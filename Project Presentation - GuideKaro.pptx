
<file path=[Content_Types].xml><?xml version="1.0" encoding="utf-8"?>
<Types xmlns="http://schemas.openxmlformats.org/package/2006/content-types"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1.xml" ContentType="application/vnd.openxmlformats-officedocument.drawingml.diagramData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colors8.xml" ContentType="application/vnd.openxmlformats-officedocument.drawingml.diagramColors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7.xml" ContentType="application/vnd.ms-office.drawingml.diagramDrawing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layout11.xml" ContentType="application/vnd.openxmlformats-officedocument.drawingml.diagramLayout+xml"/>
  <Override PartName="/ppt/diagrams/drawing10.xml" ContentType="application/vnd.ms-office.drawingml.diagramDrawing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quickStyle3.xml" ContentType="application/vnd.openxmlformats-officedocument.drawingml.diagramStyle+xml"/>
  <Override PartName="/ppt/diagrams/colors10.xml" ContentType="application/vnd.openxmlformats-officedocument.drawingml.diagramColors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6.xml" ContentType="application/vnd.ms-office.drawingml.diagramDrawing+xml"/>
  <Override PartName="/ppt/diagrams/drawing11.xml" ContentType="application/vnd.ms-office.drawingml.diagramDrawing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Default Extension="svg" ContentType="image/svg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288" y="-4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5.png"/><Relationship Id="rId6" Type="http://schemas.openxmlformats.org/officeDocument/2006/relationships/image" Target="../media/image13.sv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9.png"/><Relationship Id="rId1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23.svg"/><Relationship Id="rId1" Type="http://schemas.openxmlformats.org/officeDocument/2006/relationships/image" Target="../media/image12.png"/><Relationship Id="rId6" Type="http://schemas.openxmlformats.org/officeDocument/2006/relationships/image" Target="../media/image27.svg"/><Relationship Id="rId5" Type="http://schemas.openxmlformats.org/officeDocument/2006/relationships/image" Target="../media/image14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16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image" Target="../media/image33.svg"/><Relationship Id="rId1" Type="http://schemas.openxmlformats.org/officeDocument/2006/relationships/image" Target="../media/image17.png"/><Relationship Id="rId6" Type="http://schemas.openxmlformats.org/officeDocument/2006/relationships/image" Target="../media/image35.svg"/><Relationship Id="rId5" Type="http://schemas.openxmlformats.org/officeDocument/2006/relationships/image" Target="../media/image18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svg"/><Relationship Id="rId1" Type="http://schemas.openxmlformats.org/officeDocument/2006/relationships/image" Target="../media/image21.png"/><Relationship Id="rId6" Type="http://schemas.openxmlformats.org/officeDocument/2006/relationships/image" Target="../media/image7.svg"/><Relationship Id="rId5" Type="http://schemas.openxmlformats.org/officeDocument/2006/relationships/image" Target="../media/image61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1.png"/><Relationship Id="rId7" Type="http://schemas.openxmlformats.org/officeDocument/2006/relationships/image" Target="../media/image141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1.png"/><Relationship Id="rId6" Type="http://schemas.openxmlformats.org/officeDocument/2006/relationships/image" Target="../media/image13.svg"/><Relationship Id="rId11" Type="http://schemas.openxmlformats.org/officeDocument/2006/relationships/image" Target="../media/image181.png"/><Relationship Id="rId5" Type="http://schemas.openxmlformats.org/officeDocument/2006/relationships/image" Target="../media/image121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1.png"/><Relationship Id="rId1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8.png"/><Relationship Id="rId7" Type="http://schemas.openxmlformats.org/officeDocument/2006/relationships/image" Target="../media/image22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7D3EC2-E3E6-4FD9-AFCA-D51F5D8F51F0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743795-0726-4904-9CF5-FFD3068C5C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UC-1: Early Warning for Approaching Drivers</a:t>
          </a:r>
        </a:p>
      </dgm:t>
    </dgm:pt>
    <dgm:pt modelId="{0EB749B8-DDD8-4FE1-A8C7-AE296B580C6B}" type="parTrans" cxnId="{228CDEA2-C3DD-4CB7-BC74-B413C30B004D}">
      <dgm:prSet/>
      <dgm:spPr/>
      <dgm:t>
        <a:bodyPr/>
        <a:lstStyle/>
        <a:p>
          <a:endParaRPr lang="en-US"/>
        </a:p>
      </dgm:t>
    </dgm:pt>
    <dgm:pt modelId="{28A665D8-3FE2-41E6-845F-BC1826E6DA0D}" type="sibTrans" cxnId="{228CDEA2-C3DD-4CB7-BC74-B413C30B004D}">
      <dgm:prSet/>
      <dgm:spPr/>
      <dgm:t>
        <a:bodyPr/>
        <a:lstStyle/>
        <a:p>
          <a:endParaRPr lang="en-US"/>
        </a:p>
      </dgm:t>
    </dgm:pt>
    <dgm:pt modelId="{96F1BCB0-DD06-48F0-9292-8C90E47C07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Detects vehicles approaching a crosswalk at 100–200m</a:t>
          </a:r>
        </a:p>
      </dgm:t>
    </dgm:pt>
    <dgm:pt modelId="{298AE20D-13A2-4ECE-8E55-7CD90A778B89}" type="parTrans" cxnId="{70D2A5AD-4678-4FD2-AA8B-48B297D20184}">
      <dgm:prSet/>
      <dgm:spPr/>
      <dgm:t>
        <a:bodyPr/>
        <a:lstStyle/>
        <a:p>
          <a:endParaRPr lang="en-US"/>
        </a:p>
      </dgm:t>
    </dgm:pt>
    <dgm:pt modelId="{5B4D0F5E-B486-4C05-9DBC-3A6D26AE52D8}" type="sibTrans" cxnId="{70D2A5AD-4678-4FD2-AA8B-48B297D20184}">
      <dgm:prSet/>
      <dgm:spPr/>
      <dgm:t>
        <a:bodyPr/>
        <a:lstStyle/>
        <a:p>
          <a:endParaRPr lang="en-US"/>
        </a:p>
      </dgm:t>
    </dgm:pt>
    <dgm:pt modelId="{85CB7823-83DA-46C0-B3E3-A6BB24DA81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Assesses speed, distance, road condition, and deceleration capability.</a:t>
          </a:r>
        </a:p>
      </dgm:t>
    </dgm:pt>
    <dgm:pt modelId="{2C2139E4-3737-4B9C-9A1A-5B67D7AB14E0}" type="parTrans" cxnId="{6B31D223-8193-4790-B321-0194779F3B87}">
      <dgm:prSet/>
      <dgm:spPr/>
      <dgm:t>
        <a:bodyPr/>
        <a:lstStyle/>
        <a:p>
          <a:endParaRPr lang="en-US"/>
        </a:p>
      </dgm:t>
    </dgm:pt>
    <dgm:pt modelId="{9A99D75A-E551-4919-B4CF-8CD51529B4DC}" type="sibTrans" cxnId="{6B31D223-8193-4790-B321-0194779F3B87}">
      <dgm:prSet/>
      <dgm:spPr/>
      <dgm:t>
        <a:bodyPr/>
        <a:lstStyle/>
        <a:p>
          <a:endParaRPr lang="en-US"/>
        </a:p>
      </dgm:t>
    </dgm:pt>
    <dgm:pt modelId="{29DF20E7-764A-4ECA-B183-5D57CDCEC5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Issues an early "Slow down now" alert before danger occurs.</a:t>
          </a:r>
        </a:p>
      </dgm:t>
    </dgm:pt>
    <dgm:pt modelId="{5F8B40D6-0F5E-40E5-986C-43DF323EFA47}" type="parTrans" cxnId="{4E2A763A-1703-4431-BB7B-C47E47CF7BFE}">
      <dgm:prSet/>
      <dgm:spPr/>
      <dgm:t>
        <a:bodyPr/>
        <a:lstStyle/>
        <a:p>
          <a:endParaRPr lang="en-US"/>
        </a:p>
      </dgm:t>
    </dgm:pt>
    <dgm:pt modelId="{4CD6C2D1-244F-4F94-BEDF-0BA400F4889A}" type="sibTrans" cxnId="{4E2A763A-1703-4431-BB7B-C47E47CF7BFE}">
      <dgm:prSet/>
      <dgm:spPr/>
      <dgm:t>
        <a:bodyPr/>
        <a:lstStyle/>
        <a:p>
          <a:endParaRPr lang="en-US"/>
        </a:p>
      </dgm:t>
    </dgm:pt>
    <dgm:pt modelId="{177C38B7-89BF-4E8E-94B3-0348610992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Primary actor: Driver</a:t>
          </a:r>
        </a:p>
      </dgm:t>
    </dgm:pt>
    <dgm:pt modelId="{A9727230-6FC4-4193-8034-2A60A045FB3B}" type="parTrans" cxnId="{6B85ABEE-A340-4522-98FC-233127C546BF}">
      <dgm:prSet/>
      <dgm:spPr/>
      <dgm:t>
        <a:bodyPr/>
        <a:lstStyle/>
        <a:p>
          <a:endParaRPr lang="en-US"/>
        </a:p>
      </dgm:t>
    </dgm:pt>
    <dgm:pt modelId="{E2033A38-E755-4EFD-BB0A-F7FD15B1448D}" type="sibTrans" cxnId="{6B85ABEE-A340-4522-98FC-233127C546BF}">
      <dgm:prSet/>
      <dgm:spPr/>
      <dgm:t>
        <a:bodyPr/>
        <a:lstStyle/>
        <a:p>
          <a:endParaRPr lang="en-US"/>
        </a:p>
      </dgm:t>
    </dgm:pt>
    <dgm:pt modelId="{1D247FEA-4524-44BE-8263-917EBCACF5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UC-2: Crosswalk Violation Detection &amp; Driver Notification</a:t>
          </a:r>
        </a:p>
      </dgm:t>
    </dgm:pt>
    <dgm:pt modelId="{746682AE-9C7A-4D6A-974F-8BFE1618D4A1}" type="parTrans" cxnId="{698A9476-3E25-4C70-93AC-E41905EBAFA9}">
      <dgm:prSet/>
      <dgm:spPr/>
      <dgm:t>
        <a:bodyPr/>
        <a:lstStyle/>
        <a:p>
          <a:endParaRPr lang="en-US"/>
        </a:p>
      </dgm:t>
    </dgm:pt>
    <dgm:pt modelId="{D6EE793D-01F5-46B1-B09C-88A7877BD8BB}" type="sibTrans" cxnId="{698A9476-3E25-4C70-93AC-E41905EBAFA9}">
      <dgm:prSet/>
      <dgm:spPr/>
      <dgm:t>
        <a:bodyPr/>
        <a:lstStyle/>
        <a:p>
          <a:endParaRPr lang="en-US"/>
        </a:p>
      </dgm:t>
    </dgm:pt>
    <dgm:pt modelId="{0F0718C7-53FF-4C4A-9F12-E5F8692B02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Detects when a vehicle is blocking or has overshot the crosswalk</a:t>
          </a:r>
        </a:p>
      </dgm:t>
    </dgm:pt>
    <dgm:pt modelId="{01F10408-4BA4-4909-8C35-E9AA49D87503}" type="parTrans" cxnId="{A71C85AD-0265-4340-8550-6B430D539E45}">
      <dgm:prSet/>
      <dgm:spPr/>
      <dgm:t>
        <a:bodyPr/>
        <a:lstStyle/>
        <a:p>
          <a:endParaRPr lang="en-US"/>
        </a:p>
      </dgm:t>
    </dgm:pt>
    <dgm:pt modelId="{024B612E-18E2-41A1-AE0E-F6B4B90F608D}" type="sibTrans" cxnId="{A71C85AD-0265-4340-8550-6B430D539E45}">
      <dgm:prSet/>
      <dgm:spPr/>
      <dgm:t>
        <a:bodyPr/>
        <a:lstStyle/>
        <a:p>
          <a:endParaRPr lang="en-US"/>
        </a:p>
      </dgm:t>
    </dgm:pt>
    <dgm:pt modelId="{F1AA3D00-54A6-4759-9AF3-97CD918286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Issues a calm correction alert: "You are blocking the crosswalk — please move back“</a:t>
          </a:r>
        </a:p>
      </dgm:t>
    </dgm:pt>
    <dgm:pt modelId="{02827AEF-1868-43D5-BD15-9B9225EBF405}" type="parTrans" cxnId="{60EC2BAA-61D9-4C2E-96B7-15BFFD75FC69}">
      <dgm:prSet/>
      <dgm:spPr/>
      <dgm:t>
        <a:bodyPr/>
        <a:lstStyle/>
        <a:p>
          <a:endParaRPr lang="en-US"/>
        </a:p>
      </dgm:t>
    </dgm:pt>
    <dgm:pt modelId="{75C777B4-C036-4F1D-9F86-FA2FB2361FF8}" type="sibTrans" cxnId="{60EC2BAA-61D9-4C2E-96B7-15BFFD75FC69}">
      <dgm:prSet/>
      <dgm:spPr/>
      <dgm:t>
        <a:bodyPr/>
        <a:lstStyle/>
        <a:p>
          <a:endParaRPr lang="en-US"/>
        </a:p>
      </dgm:t>
    </dgm:pt>
    <dgm:pt modelId="{2E9E245B-E80C-49AA-ACF9-B3453D2CB5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Logs the event for city analytics</a:t>
          </a:r>
        </a:p>
      </dgm:t>
    </dgm:pt>
    <dgm:pt modelId="{25D7003D-9355-4D55-ADA3-CC4A895E74EA}" type="parTrans" cxnId="{CA6C73DE-58E6-44DE-96C5-CED22969D736}">
      <dgm:prSet/>
      <dgm:spPr/>
      <dgm:t>
        <a:bodyPr/>
        <a:lstStyle/>
        <a:p>
          <a:endParaRPr lang="en-US"/>
        </a:p>
      </dgm:t>
    </dgm:pt>
    <dgm:pt modelId="{9CC3A3E5-28FD-4AE8-A448-F758F0064231}" type="sibTrans" cxnId="{CA6C73DE-58E6-44DE-96C5-CED22969D736}">
      <dgm:prSet/>
      <dgm:spPr/>
      <dgm:t>
        <a:bodyPr/>
        <a:lstStyle/>
        <a:p>
          <a:endParaRPr lang="en-US"/>
        </a:p>
      </dgm:t>
    </dgm:pt>
    <dgm:pt modelId="{5A7FBE96-85DE-4F5E-98ED-2C233CF6AC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Primary actor: Driver</a:t>
          </a:r>
        </a:p>
      </dgm:t>
    </dgm:pt>
    <dgm:pt modelId="{E319C1DA-2C8B-4D84-8E75-30D2867E4099}" type="parTrans" cxnId="{B24B95EB-0CEB-4249-8956-8CA0F1CF6B6E}">
      <dgm:prSet/>
      <dgm:spPr/>
      <dgm:t>
        <a:bodyPr/>
        <a:lstStyle/>
        <a:p>
          <a:endParaRPr lang="en-US"/>
        </a:p>
      </dgm:t>
    </dgm:pt>
    <dgm:pt modelId="{1FFD7B5A-3979-4FD7-B140-6A0F5CF4F9FA}" type="sibTrans" cxnId="{B24B95EB-0CEB-4249-8956-8CA0F1CF6B6E}">
      <dgm:prSet/>
      <dgm:spPr/>
      <dgm:t>
        <a:bodyPr/>
        <a:lstStyle/>
        <a:p>
          <a:endParaRPr lang="en-US"/>
        </a:p>
      </dgm:t>
    </dgm:pt>
    <dgm:pt modelId="{22C3F902-015B-4CE9-BE58-EC4F2D6C65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UC-3: City Traffic Authority Dashboard</a:t>
          </a:r>
        </a:p>
      </dgm:t>
    </dgm:pt>
    <dgm:pt modelId="{7B0C5B50-0852-48B3-8ABC-65968A5D8180}" type="parTrans" cxnId="{313CDAC6-700D-4EEB-B0E4-D6C5035286A0}">
      <dgm:prSet/>
      <dgm:spPr/>
      <dgm:t>
        <a:bodyPr/>
        <a:lstStyle/>
        <a:p>
          <a:endParaRPr lang="en-US"/>
        </a:p>
      </dgm:t>
    </dgm:pt>
    <dgm:pt modelId="{875F3ED0-381A-4DFD-974B-9D415BB443E7}" type="sibTrans" cxnId="{313CDAC6-700D-4EEB-B0E4-D6C5035286A0}">
      <dgm:prSet/>
      <dgm:spPr/>
      <dgm:t>
        <a:bodyPr/>
        <a:lstStyle/>
        <a:p>
          <a:endParaRPr lang="en-US"/>
        </a:p>
      </dgm:t>
    </dgm:pt>
    <dgm:pt modelId="{A2A0FCD6-C460-414D-A064-0E6EE051CE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Aggregates detection and violation data across intersections</a:t>
          </a:r>
        </a:p>
      </dgm:t>
    </dgm:pt>
    <dgm:pt modelId="{41880546-5F04-440F-BA4A-26E07C4BA0FE}" type="parTrans" cxnId="{2C105B86-6D2A-4EDE-85B9-FAF526C7E906}">
      <dgm:prSet/>
      <dgm:spPr/>
      <dgm:t>
        <a:bodyPr/>
        <a:lstStyle/>
        <a:p>
          <a:endParaRPr lang="en-US"/>
        </a:p>
      </dgm:t>
    </dgm:pt>
    <dgm:pt modelId="{5D76D09D-D11D-41E7-88F6-B15CF5384D75}" type="sibTrans" cxnId="{2C105B86-6D2A-4EDE-85B9-FAF526C7E906}">
      <dgm:prSet/>
      <dgm:spPr/>
      <dgm:t>
        <a:bodyPr/>
        <a:lstStyle/>
        <a:p>
          <a:endParaRPr lang="en-US"/>
        </a:p>
      </dgm:t>
    </dgm:pt>
    <dgm:pt modelId="{A5F8A9A7-3BBB-41FC-B510-556BD13B96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Visualizes high-risk crosswalk hotspots on a map</a:t>
          </a:r>
        </a:p>
      </dgm:t>
    </dgm:pt>
    <dgm:pt modelId="{87D19E7F-2F66-4667-9BC2-659302C90B8F}" type="parTrans" cxnId="{1BBD5ED4-F3EF-4369-A4F1-4C504B3F92FC}">
      <dgm:prSet/>
      <dgm:spPr/>
      <dgm:t>
        <a:bodyPr/>
        <a:lstStyle/>
        <a:p>
          <a:endParaRPr lang="en-US"/>
        </a:p>
      </dgm:t>
    </dgm:pt>
    <dgm:pt modelId="{DA5136CE-EEE2-4C86-8AEF-7D328D0911D0}" type="sibTrans" cxnId="{1BBD5ED4-F3EF-4369-A4F1-4C504B3F92FC}">
      <dgm:prSet/>
      <dgm:spPr/>
      <dgm:t>
        <a:bodyPr/>
        <a:lstStyle/>
        <a:p>
          <a:endParaRPr lang="en-US"/>
        </a:p>
      </dgm:t>
    </dgm:pt>
    <dgm:pt modelId="{A971B949-2829-4F41-9E96-CB1E11AEE8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Allows filtering by weather, time of day, and road condition</a:t>
          </a:r>
        </a:p>
      </dgm:t>
    </dgm:pt>
    <dgm:pt modelId="{F3A7E5AA-BF68-4A90-9F93-93D954E0E031}" type="parTrans" cxnId="{4C327201-39AB-4BCB-9B04-4AFDAFBB926E}">
      <dgm:prSet/>
      <dgm:spPr/>
      <dgm:t>
        <a:bodyPr/>
        <a:lstStyle/>
        <a:p>
          <a:endParaRPr lang="en-US"/>
        </a:p>
      </dgm:t>
    </dgm:pt>
    <dgm:pt modelId="{EEC4666E-49B8-4C6F-A636-12D807F3E97B}" type="sibTrans" cxnId="{4C327201-39AB-4BCB-9B04-4AFDAFBB926E}">
      <dgm:prSet/>
      <dgm:spPr/>
      <dgm:t>
        <a:bodyPr/>
        <a:lstStyle/>
        <a:p>
          <a:endParaRPr lang="en-US"/>
        </a:p>
      </dgm:t>
    </dgm:pt>
    <dgm:pt modelId="{34135EBF-1E3C-41EB-852B-5FA67DA88C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exportable reports for policy and enforcement decisions</a:t>
          </a:r>
        </a:p>
      </dgm:t>
    </dgm:pt>
    <dgm:pt modelId="{C3082BF3-B5DE-48D5-BD11-3CC99F57E133}" type="parTrans" cxnId="{CA8829BB-2A66-4031-9BB9-D7783F76E8D8}">
      <dgm:prSet/>
      <dgm:spPr/>
      <dgm:t>
        <a:bodyPr/>
        <a:lstStyle/>
        <a:p>
          <a:endParaRPr lang="en-US"/>
        </a:p>
      </dgm:t>
    </dgm:pt>
    <dgm:pt modelId="{E6325AAE-8EF4-4FD0-8173-D88ACD447EFD}" type="sibTrans" cxnId="{CA8829BB-2A66-4031-9BB9-D7783F76E8D8}">
      <dgm:prSet/>
      <dgm:spPr/>
      <dgm:t>
        <a:bodyPr/>
        <a:lstStyle/>
        <a:p>
          <a:endParaRPr lang="en-US"/>
        </a:p>
      </dgm:t>
    </dgm:pt>
    <dgm:pt modelId="{246B25B9-6999-4025-8887-5AC2C6D13D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Primary actor: City Traffic Authority / Smart City Planner</a:t>
          </a:r>
        </a:p>
      </dgm:t>
    </dgm:pt>
    <dgm:pt modelId="{B278A587-88B0-418C-B744-B555F63A65C6}" type="parTrans" cxnId="{40984C23-6227-4164-BB2C-CF96C78259A7}">
      <dgm:prSet/>
      <dgm:spPr/>
      <dgm:t>
        <a:bodyPr/>
        <a:lstStyle/>
        <a:p>
          <a:endParaRPr lang="en-US"/>
        </a:p>
      </dgm:t>
    </dgm:pt>
    <dgm:pt modelId="{CD9B39DE-889C-418B-ADFB-6BD42E83D302}" type="sibTrans" cxnId="{40984C23-6227-4164-BB2C-CF96C78259A7}">
      <dgm:prSet/>
      <dgm:spPr/>
      <dgm:t>
        <a:bodyPr/>
        <a:lstStyle/>
        <a:p>
          <a:endParaRPr lang="en-US"/>
        </a:p>
      </dgm:t>
    </dgm:pt>
    <dgm:pt modelId="{0EF2DB82-C5FC-450E-9080-340C109855E1}" type="pres">
      <dgm:prSet presAssocID="{6A7D3EC2-E3E6-4FD9-AFCA-D51F5D8F51F0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BA0FA01-017E-422B-85A4-246371B8EE2A}" type="pres">
      <dgm:prSet presAssocID="{21743795-0726-4904-9CF5-FFD3068C5CAB}" presName="compNode" presStyleCnt="0"/>
      <dgm:spPr/>
    </dgm:pt>
    <dgm:pt modelId="{3D02F24E-8A28-4279-B57C-CABAFAFF1874}" type="pres">
      <dgm:prSet presAssocID="{21743795-0726-4904-9CF5-FFD3068C5CA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Motorcycle"/>
        </a:ext>
      </dgm:extLst>
    </dgm:pt>
    <dgm:pt modelId="{95C6EFD3-3B4A-4EF9-882D-174F3DCE9F27}" type="pres">
      <dgm:prSet presAssocID="{21743795-0726-4904-9CF5-FFD3068C5CAB}" presName="iconSpace" presStyleCnt="0"/>
      <dgm:spPr/>
    </dgm:pt>
    <dgm:pt modelId="{06F0B530-0091-46EF-BD58-FB2283455D5F}" type="pres">
      <dgm:prSet presAssocID="{21743795-0726-4904-9CF5-FFD3068C5CAB}" presName="parTx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EA7639F-D9FC-48D8-8D9F-036C075B6C55}" type="pres">
      <dgm:prSet presAssocID="{21743795-0726-4904-9CF5-FFD3068C5CAB}" presName="txSpace" presStyleCnt="0"/>
      <dgm:spPr/>
    </dgm:pt>
    <dgm:pt modelId="{ECC76523-84F1-4AD8-A1D2-E6ABDCD8E45B}" type="pres">
      <dgm:prSet presAssocID="{21743795-0726-4904-9CF5-FFD3068C5CAB}" presName="desTx" presStyleLbl="revTx" presStyleIdx="1" presStyleCnt="6">
        <dgm:presLayoutVars/>
      </dgm:prSet>
      <dgm:spPr/>
      <dgm:t>
        <a:bodyPr/>
        <a:lstStyle/>
        <a:p>
          <a:endParaRPr lang="en-US"/>
        </a:p>
      </dgm:t>
    </dgm:pt>
    <dgm:pt modelId="{598DB09B-F7FF-46F7-8702-49FBC684595D}" type="pres">
      <dgm:prSet presAssocID="{28A665D8-3FE2-41E6-845F-BC1826E6DA0D}" presName="sibTrans" presStyleCnt="0"/>
      <dgm:spPr/>
    </dgm:pt>
    <dgm:pt modelId="{48F6CCA5-8429-474A-92FA-3A34A0683D9D}" type="pres">
      <dgm:prSet presAssocID="{1D247FEA-4524-44BE-8263-917EBCACF5E7}" presName="compNode" presStyleCnt="0"/>
      <dgm:spPr/>
    </dgm:pt>
    <dgm:pt modelId="{1E8C1D86-74AC-4B70-816D-871230739950}" type="pres">
      <dgm:prSet presAssocID="{1D247FEA-4524-44BE-8263-917EBCACF5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Car"/>
        </a:ext>
      </dgm:extLst>
    </dgm:pt>
    <dgm:pt modelId="{8039DDDE-F665-4D0F-ABA9-DFB852835D17}" type="pres">
      <dgm:prSet presAssocID="{1D247FEA-4524-44BE-8263-917EBCACF5E7}" presName="iconSpace" presStyleCnt="0"/>
      <dgm:spPr/>
    </dgm:pt>
    <dgm:pt modelId="{B014C418-16B9-4134-9D28-75337C0A0DA5}" type="pres">
      <dgm:prSet presAssocID="{1D247FEA-4524-44BE-8263-917EBCACF5E7}" presName="parTx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34450D8-873C-4BF4-B69E-55FD565F51E0}" type="pres">
      <dgm:prSet presAssocID="{1D247FEA-4524-44BE-8263-917EBCACF5E7}" presName="txSpace" presStyleCnt="0"/>
      <dgm:spPr/>
    </dgm:pt>
    <dgm:pt modelId="{B77DC1E4-37B6-4905-A627-44382D34A1A5}" type="pres">
      <dgm:prSet presAssocID="{1D247FEA-4524-44BE-8263-917EBCACF5E7}" presName="desTx" presStyleLbl="revTx" presStyleIdx="3" presStyleCnt="6">
        <dgm:presLayoutVars/>
      </dgm:prSet>
      <dgm:spPr/>
      <dgm:t>
        <a:bodyPr/>
        <a:lstStyle/>
        <a:p>
          <a:endParaRPr lang="en-US"/>
        </a:p>
      </dgm:t>
    </dgm:pt>
    <dgm:pt modelId="{00C8A259-18E6-4416-8C6F-62AE64B2CAA5}" type="pres">
      <dgm:prSet presAssocID="{D6EE793D-01F5-46B1-B09C-88A7877BD8BB}" presName="sibTrans" presStyleCnt="0"/>
      <dgm:spPr/>
    </dgm:pt>
    <dgm:pt modelId="{34B17DA5-8446-4CC1-9D8C-AE0737C2D81F}" type="pres">
      <dgm:prSet presAssocID="{22C3F902-015B-4CE9-BE58-EC4F2D6C65DD}" presName="compNode" presStyleCnt="0"/>
      <dgm:spPr/>
    </dgm:pt>
    <dgm:pt modelId="{B2203CE2-7BE8-4997-BCFB-A22E0EE4F7FB}" type="pres">
      <dgm:prSet presAssocID="{22C3F902-015B-4CE9-BE58-EC4F2D6C65D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Taxi"/>
        </a:ext>
      </dgm:extLst>
    </dgm:pt>
    <dgm:pt modelId="{E3C118C8-30A8-49B3-B03B-9FB60F56EAE7}" type="pres">
      <dgm:prSet presAssocID="{22C3F902-015B-4CE9-BE58-EC4F2D6C65DD}" presName="iconSpace" presStyleCnt="0"/>
      <dgm:spPr/>
    </dgm:pt>
    <dgm:pt modelId="{8A142C5D-6F48-46C9-868B-7CDA86FADD7D}" type="pres">
      <dgm:prSet presAssocID="{22C3F902-015B-4CE9-BE58-EC4F2D6C65DD}" presName="parTx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A93832E-64F4-4533-AF81-3084DC547286}" type="pres">
      <dgm:prSet presAssocID="{22C3F902-015B-4CE9-BE58-EC4F2D6C65DD}" presName="txSpace" presStyleCnt="0"/>
      <dgm:spPr/>
    </dgm:pt>
    <dgm:pt modelId="{600908BB-6956-4FB9-9825-E7DF24950E61}" type="pres">
      <dgm:prSet presAssocID="{22C3F902-015B-4CE9-BE58-EC4F2D6C65DD}" presName="desTx" presStyleLbl="revTx" presStyleIdx="5" presStyleCnt="6">
        <dgm:presLayoutVars/>
      </dgm:prSet>
      <dgm:spPr/>
      <dgm:t>
        <a:bodyPr/>
        <a:lstStyle/>
        <a:p>
          <a:endParaRPr lang="en-US"/>
        </a:p>
      </dgm:t>
    </dgm:pt>
  </dgm:ptLst>
  <dgm:cxnLst>
    <dgm:cxn modelId="{4E2A763A-1703-4431-BB7B-C47E47CF7BFE}" srcId="{21743795-0726-4904-9CF5-FFD3068C5CAB}" destId="{29DF20E7-764A-4ECA-B183-5D57CDCEC57D}" srcOrd="2" destOrd="0" parTransId="{5F8B40D6-0F5E-40E5-986C-43DF323EFA47}" sibTransId="{4CD6C2D1-244F-4F94-BEDF-0BA400F4889A}"/>
    <dgm:cxn modelId="{D2E8AAAC-04CE-4B64-AC82-C325B828215A}" type="presOf" srcId="{96F1BCB0-DD06-48F0-9292-8C90E47C07B6}" destId="{ECC76523-84F1-4AD8-A1D2-E6ABDCD8E45B}" srcOrd="0" destOrd="0" presId="urn:microsoft.com/office/officeart/2018/2/layout/IconLabelDescriptionList"/>
    <dgm:cxn modelId="{70D2A5AD-4678-4FD2-AA8B-48B297D20184}" srcId="{21743795-0726-4904-9CF5-FFD3068C5CAB}" destId="{96F1BCB0-DD06-48F0-9292-8C90E47C07B6}" srcOrd="0" destOrd="0" parTransId="{298AE20D-13A2-4ECE-8E55-7CD90A778B89}" sibTransId="{5B4D0F5E-B486-4C05-9DBC-3A6D26AE52D8}"/>
    <dgm:cxn modelId="{55EA9C12-8FB5-457E-958E-BD7E70D372C5}" type="presOf" srcId="{177C38B7-89BF-4E8E-94B3-0348610992CE}" destId="{ECC76523-84F1-4AD8-A1D2-E6ABDCD8E45B}" srcOrd="0" destOrd="3" presId="urn:microsoft.com/office/officeart/2018/2/layout/IconLabelDescriptionList"/>
    <dgm:cxn modelId="{698A9476-3E25-4C70-93AC-E41905EBAFA9}" srcId="{6A7D3EC2-E3E6-4FD9-AFCA-D51F5D8F51F0}" destId="{1D247FEA-4524-44BE-8263-917EBCACF5E7}" srcOrd="1" destOrd="0" parTransId="{746682AE-9C7A-4D6A-974F-8BFE1618D4A1}" sibTransId="{D6EE793D-01F5-46B1-B09C-88A7877BD8BB}"/>
    <dgm:cxn modelId="{58986CA2-6971-4E51-B553-6F397F084955}" type="presOf" srcId="{6A7D3EC2-E3E6-4FD9-AFCA-D51F5D8F51F0}" destId="{0EF2DB82-C5FC-450E-9080-340C109855E1}" srcOrd="0" destOrd="0" presId="urn:microsoft.com/office/officeart/2018/2/layout/IconLabelDescriptionList"/>
    <dgm:cxn modelId="{313CDAC6-700D-4EEB-B0E4-D6C5035286A0}" srcId="{6A7D3EC2-E3E6-4FD9-AFCA-D51F5D8F51F0}" destId="{22C3F902-015B-4CE9-BE58-EC4F2D6C65DD}" srcOrd="2" destOrd="0" parTransId="{7B0C5B50-0852-48B3-8ABC-65968A5D8180}" sibTransId="{875F3ED0-381A-4DFD-974B-9D415BB443E7}"/>
    <dgm:cxn modelId="{167CCDE9-96BB-4842-819E-638ABC53E198}" type="presOf" srcId="{34135EBF-1E3C-41EB-852B-5FA67DA88C94}" destId="{600908BB-6956-4FB9-9825-E7DF24950E61}" srcOrd="0" destOrd="3" presId="urn:microsoft.com/office/officeart/2018/2/layout/IconLabelDescriptionList"/>
    <dgm:cxn modelId="{6B85ABEE-A340-4522-98FC-233127C546BF}" srcId="{21743795-0726-4904-9CF5-FFD3068C5CAB}" destId="{177C38B7-89BF-4E8E-94B3-0348610992CE}" srcOrd="3" destOrd="0" parTransId="{A9727230-6FC4-4193-8034-2A60A045FB3B}" sibTransId="{E2033A38-E755-4EFD-BB0A-F7FD15B1448D}"/>
    <dgm:cxn modelId="{B0A8EA93-5282-4851-B11F-B41FD2C49495}" type="presOf" srcId="{F1AA3D00-54A6-4759-9AF3-97CD9182860E}" destId="{B77DC1E4-37B6-4905-A627-44382D34A1A5}" srcOrd="0" destOrd="1" presId="urn:microsoft.com/office/officeart/2018/2/layout/IconLabelDescriptionList"/>
    <dgm:cxn modelId="{CFBA33F2-D916-4091-A114-3E3F8C872307}" type="presOf" srcId="{21743795-0726-4904-9CF5-FFD3068C5CAB}" destId="{06F0B530-0091-46EF-BD58-FB2283455D5F}" srcOrd="0" destOrd="0" presId="urn:microsoft.com/office/officeart/2018/2/layout/IconLabelDescriptionList"/>
    <dgm:cxn modelId="{CCE50E3A-EE42-41F9-BEB3-1EBE5052BFF7}" type="presOf" srcId="{29DF20E7-764A-4ECA-B183-5D57CDCEC57D}" destId="{ECC76523-84F1-4AD8-A1D2-E6ABDCD8E45B}" srcOrd="0" destOrd="2" presId="urn:microsoft.com/office/officeart/2018/2/layout/IconLabelDescriptionList"/>
    <dgm:cxn modelId="{51C9F294-4226-4CAD-88F7-160BB38DB647}" type="presOf" srcId="{0F0718C7-53FF-4C4A-9F12-E5F8692B02A5}" destId="{B77DC1E4-37B6-4905-A627-44382D34A1A5}" srcOrd="0" destOrd="0" presId="urn:microsoft.com/office/officeart/2018/2/layout/IconLabelDescriptionList"/>
    <dgm:cxn modelId="{228CDEA2-C3DD-4CB7-BC74-B413C30B004D}" srcId="{6A7D3EC2-E3E6-4FD9-AFCA-D51F5D8F51F0}" destId="{21743795-0726-4904-9CF5-FFD3068C5CAB}" srcOrd="0" destOrd="0" parTransId="{0EB749B8-DDD8-4FE1-A8C7-AE296B580C6B}" sibTransId="{28A665D8-3FE2-41E6-845F-BC1826E6DA0D}"/>
    <dgm:cxn modelId="{60EC2BAA-61D9-4C2E-96B7-15BFFD75FC69}" srcId="{1D247FEA-4524-44BE-8263-917EBCACF5E7}" destId="{F1AA3D00-54A6-4759-9AF3-97CD9182860E}" srcOrd="1" destOrd="0" parTransId="{02827AEF-1868-43D5-BD15-9B9225EBF405}" sibTransId="{75C777B4-C036-4F1D-9F86-FA2FB2361FF8}"/>
    <dgm:cxn modelId="{6B31D223-8193-4790-B321-0194779F3B87}" srcId="{21743795-0726-4904-9CF5-FFD3068C5CAB}" destId="{85CB7823-83DA-46C0-B3E3-A6BB24DA8114}" srcOrd="1" destOrd="0" parTransId="{2C2139E4-3737-4B9C-9A1A-5B67D7AB14E0}" sibTransId="{9A99D75A-E551-4919-B4CF-8CD51529B4DC}"/>
    <dgm:cxn modelId="{92D24A7A-02F9-48B7-B6EF-E2F284CC985A}" type="presOf" srcId="{2E9E245B-E80C-49AA-ACF9-B3453D2CB5DF}" destId="{B77DC1E4-37B6-4905-A627-44382D34A1A5}" srcOrd="0" destOrd="2" presId="urn:microsoft.com/office/officeart/2018/2/layout/IconLabelDescriptionList"/>
    <dgm:cxn modelId="{B24B95EB-0CEB-4249-8956-8CA0F1CF6B6E}" srcId="{1D247FEA-4524-44BE-8263-917EBCACF5E7}" destId="{5A7FBE96-85DE-4F5E-98ED-2C233CF6AC1A}" srcOrd="3" destOrd="0" parTransId="{E319C1DA-2C8B-4D84-8E75-30D2867E4099}" sibTransId="{1FFD7B5A-3979-4FD7-B140-6A0F5CF4F9FA}"/>
    <dgm:cxn modelId="{FB101B3F-3AB6-4C7B-B099-04F7C6A5CE59}" type="presOf" srcId="{22C3F902-015B-4CE9-BE58-EC4F2D6C65DD}" destId="{8A142C5D-6F48-46C9-868B-7CDA86FADD7D}" srcOrd="0" destOrd="0" presId="urn:microsoft.com/office/officeart/2018/2/layout/IconLabelDescriptionList"/>
    <dgm:cxn modelId="{F91641DC-B44A-4BF9-820D-C4A63A9EC676}" type="presOf" srcId="{A2A0FCD6-C460-414D-A064-0E6EE051CEEE}" destId="{600908BB-6956-4FB9-9825-E7DF24950E61}" srcOrd="0" destOrd="0" presId="urn:microsoft.com/office/officeart/2018/2/layout/IconLabelDescriptionList"/>
    <dgm:cxn modelId="{2C105B86-6D2A-4EDE-85B9-FAF526C7E906}" srcId="{22C3F902-015B-4CE9-BE58-EC4F2D6C65DD}" destId="{A2A0FCD6-C460-414D-A064-0E6EE051CEEE}" srcOrd="0" destOrd="0" parTransId="{41880546-5F04-440F-BA4A-26E07C4BA0FE}" sibTransId="{5D76D09D-D11D-41E7-88F6-B15CF5384D75}"/>
    <dgm:cxn modelId="{4C327201-39AB-4BCB-9B04-4AFDAFBB926E}" srcId="{22C3F902-015B-4CE9-BE58-EC4F2D6C65DD}" destId="{A971B949-2829-4F41-9E96-CB1E11AEE816}" srcOrd="2" destOrd="0" parTransId="{F3A7E5AA-BF68-4A90-9F93-93D954E0E031}" sibTransId="{EEC4666E-49B8-4C6F-A636-12D807F3E97B}"/>
    <dgm:cxn modelId="{EBAD2999-0B61-4F6F-852E-C1955572D9D2}" type="presOf" srcId="{A5F8A9A7-3BBB-41FC-B510-556BD13B96E6}" destId="{600908BB-6956-4FB9-9825-E7DF24950E61}" srcOrd="0" destOrd="1" presId="urn:microsoft.com/office/officeart/2018/2/layout/IconLabelDescriptionList"/>
    <dgm:cxn modelId="{FE8E9620-9018-4812-B222-D4DF6FF22D85}" type="presOf" srcId="{5A7FBE96-85DE-4F5E-98ED-2C233CF6AC1A}" destId="{B77DC1E4-37B6-4905-A627-44382D34A1A5}" srcOrd="0" destOrd="3" presId="urn:microsoft.com/office/officeart/2018/2/layout/IconLabelDescriptionList"/>
    <dgm:cxn modelId="{CA6C73DE-58E6-44DE-96C5-CED22969D736}" srcId="{1D247FEA-4524-44BE-8263-917EBCACF5E7}" destId="{2E9E245B-E80C-49AA-ACF9-B3453D2CB5DF}" srcOrd="2" destOrd="0" parTransId="{25D7003D-9355-4D55-ADA3-CC4A895E74EA}" sibTransId="{9CC3A3E5-28FD-4AE8-A448-F758F0064231}"/>
    <dgm:cxn modelId="{A3417D03-2C55-42D7-B57C-CD38B818DBFF}" type="presOf" srcId="{A971B949-2829-4F41-9E96-CB1E11AEE816}" destId="{600908BB-6956-4FB9-9825-E7DF24950E61}" srcOrd="0" destOrd="2" presId="urn:microsoft.com/office/officeart/2018/2/layout/IconLabelDescriptionList"/>
    <dgm:cxn modelId="{726E0D00-E703-4400-89C9-BDE040E400A7}" type="presOf" srcId="{1D247FEA-4524-44BE-8263-917EBCACF5E7}" destId="{B014C418-16B9-4134-9D28-75337C0A0DA5}" srcOrd="0" destOrd="0" presId="urn:microsoft.com/office/officeart/2018/2/layout/IconLabelDescriptionList"/>
    <dgm:cxn modelId="{40984C23-6227-4164-BB2C-CF96C78259A7}" srcId="{22C3F902-015B-4CE9-BE58-EC4F2D6C65DD}" destId="{246B25B9-6999-4025-8887-5AC2C6D13DDB}" srcOrd="4" destOrd="0" parTransId="{B278A587-88B0-418C-B744-B555F63A65C6}" sibTransId="{CD9B39DE-889C-418B-ADFB-6BD42E83D302}"/>
    <dgm:cxn modelId="{1BBD5ED4-F3EF-4369-A4F1-4C504B3F92FC}" srcId="{22C3F902-015B-4CE9-BE58-EC4F2D6C65DD}" destId="{A5F8A9A7-3BBB-41FC-B510-556BD13B96E6}" srcOrd="1" destOrd="0" parTransId="{87D19E7F-2F66-4667-9BC2-659302C90B8F}" sibTransId="{DA5136CE-EEE2-4C86-8AEF-7D328D0911D0}"/>
    <dgm:cxn modelId="{C57A071F-D423-45B5-8DA5-51EC81DE6B5B}" type="presOf" srcId="{246B25B9-6999-4025-8887-5AC2C6D13DDB}" destId="{600908BB-6956-4FB9-9825-E7DF24950E61}" srcOrd="0" destOrd="4" presId="urn:microsoft.com/office/officeart/2018/2/layout/IconLabelDescriptionList"/>
    <dgm:cxn modelId="{B495404A-9406-4B9C-9E20-8F852560BE74}" type="presOf" srcId="{85CB7823-83DA-46C0-B3E3-A6BB24DA8114}" destId="{ECC76523-84F1-4AD8-A1D2-E6ABDCD8E45B}" srcOrd="0" destOrd="1" presId="urn:microsoft.com/office/officeart/2018/2/layout/IconLabelDescriptionList"/>
    <dgm:cxn modelId="{A71C85AD-0265-4340-8550-6B430D539E45}" srcId="{1D247FEA-4524-44BE-8263-917EBCACF5E7}" destId="{0F0718C7-53FF-4C4A-9F12-E5F8692B02A5}" srcOrd="0" destOrd="0" parTransId="{01F10408-4BA4-4909-8C35-E9AA49D87503}" sibTransId="{024B612E-18E2-41A1-AE0E-F6B4B90F608D}"/>
    <dgm:cxn modelId="{CA8829BB-2A66-4031-9BB9-D7783F76E8D8}" srcId="{22C3F902-015B-4CE9-BE58-EC4F2D6C65DD}" destId="{34135EBF-1E3C-41EB-852B-5FA67DA88C94}" srcOrd="3" destOrd="0" parTransId="{C3082BF3-B5DE-48D5-BD11-3CC99F57E133}" sibTransId="{E6325AAE-8EF4-4FD0-8173-D88ACD447EFD}"/>
    <dgm:cxn modelId="{A6D64D7F-A589-4442-AE84-EF85331A64E6}" type="presParOf" srcId="{0EF2DB82-C5FC-450E-9080-340C109855E1}" destId="{BBA0FA01-017E-422B-85A4-246371B8EE2A}" srcOrd="0" destOrd="0" presId="urn:microsoft.com/office/officeart/2018/2/layout/IconLabelDescriptionList"/>
    <dgm:cxn modelId="{8C737952-55C4-4F35-84B2-27AFF1CC7B6B}" type="presParOf" srcId="{BBA0FA01-017E-422B-85A4-246371B8EE2A}" destId="{3D02F24E-8A28-4279-B57C-CABAFAFF1874}" srcOrd="0" destOrd="0" presId="urn:microsoft.com/office/officeart/2018/2/layout/IconLabelDescriptionList"/>
    <dgm:cxn modelId="{50565363-A19D-46F1-AB64-BBFD5687D4D7}" type="presParOf" srcId="{BBA0FA01-017E-422B-85A4-246371B8EE2A}" destId="{95C6EFD3-3B4A-4EF9-882D-174F3DCE9F27}" srcOrd="1" destOrd="0" presId="urn:microsoft.com/office/officeart/2018/2/layout/IconLabelDescriptionList"/>
    <dgm:cxn modelId="{D89DC866-58BB-479A-BCEB-59075B70E526}" type="presParOf" srcId="{BBA0FA01-017E-422B-85A4-246371B8EE2A}" destId="{06F0B530-0091-46EF-BD58-FB2283455D5F}" srcOrd="2" destOrd="0" presId="urn:microsoft.com/office/officeart/2018/2/layout/IconLabelDescriptionList"/>
    <dgm:cxn modelId="{C3DD99FF-5471-430D-9A67-91C909FC6DA3}" type="presParOf" srcId="{BBA0FA01-017E-422B-85A4-246371B8EE2A}" destId="{3EA7639F-D9FC-48D8-8D9F-036C075B6C55}" srcOrd="3" destOrd="0" presId="urn:microsoft.com/office/officeart/2018/2/layout/IconLabelDescriptionList"/>
    <dgm:cxn modelId="{5F350AEB-B571-44B5-B412-0EBD68624AFF}" type="presParOf" srcId="{BBA0FA01-017E-422B-85A4-246371B8EE2A}" destId="{ECC76523-84F1-4AD8-A1D2-E6ABDCD8E45B}" srcOrd="4" destOrd="0" presId="urn:microsoft.com/office/officeart/2018/2/layout/IconLabelDescriptionList"/>
    <dgm:cxn modelId="{6A747EAB-9A81-4996-B44B-52C1D014B597}" type="presParOf" srcId="{0EF2DB82-C5FC-450E-9080-340C109855E1}" destId="{598DB09B-F7FF-46F7-8702-49FBC684595D}" srcOrd="1" destOrd="0" presId="urn:microsoft.com/office/officeart/2018/2/layout/IconLabelDescriptionList"/>
    <dgm:cxn modelId="{5A8447FD-762C-4160-B304-07CA09EF88E5}" type="presParOf" srcId="{0EF2DB82-C5FC-450E-9080-340C109855E1}" destId="{48F6CCA5-8429-474A-92FA-3A34A0683D9D}" srcOrd="2" destOrd="0" presId="urn:microsoft.com/office/officeart/2018/2/layout/IconLabelDescriptionList"/>
    <dgm:cxn modelId="{14AC8F64-913C-49B5-8CFF-28DCA1270D8F}" type="presParOf" srcId="{48F6CCA5-8429-474A-92FA-3A34A0683D9D}" destId="{1E8C1D86-74AC-4B70-816D-871230739950}" srcOrd="0" destOrd="0" presId="urn:microsoft.com/office/officeart/2018/2/layout/IconLabelDescriptionList"/>
    <dgm:cxn modelId="{109D3926-E3CD-4D09-8591-46DF775A797C}" type="presParOf" srcId="{48F6CCA5-8429-474A-92FA-3A34A0683D9D}" destId="{8039DDDE-F665-4D0F-ABA9-DFB852835D17}" srcOrd="1" destOrd="0" presId="urn:microsoft.com/office/officeart/2018/2/layout/IconLabelDescriptionList"/>
    <dgm:cxn modelId="{59801CB8-C988-407F-8FF8-007466EAC36B}" type="presParOf" srcId="{48F6CCA5-8429-474A-92FA-3A34A0683D9D}" destId="{B014C418-16B9-4134-9D28-75337C0A0DA5}" srcOrd="2" destOrd="0" presId="urn:microsoft.com/office/officeart/2018/2/layout/IconLabelDescriptionList"/>
    <dgm:cxn modelId="{081F0EA5-E1B2-435F-A5E1-CCD7D298547F}" type="presParOf" srcId="{48F6CCA5-8429-474A-92FA-3A34A0683D9D}" destId="{034450D8-873C-4BF4-B69E-55FD565F51E0}" srcOrd="3" destOrd="0" presId="urn:microsoft.com/office/officeart/2018/2/layout/IconLabelDescriptionList"/>
    <dgm:cxn modelId="{2AD1F7ED-5619-4C9E-A3DB-88E5F3AF9159}" type="presParOf" srcId="{48F6CCA5-8429-474A-92FA-3A34A0683D9D}" destId="{B77DC1E4-37B6-4905-A627-44382D34A1A5}" srcOrd="4" destOrd="0" presId="urn:microsoft.com/office/officeart/2018/2/layout/IconLabelDescriptionList"/>
    <dgm:cxn modelId="{AE1CB367-467E-4E83-8FD9-DD8431E374F1}" type="presParOf" srcId="{0EF2DB82-C5FC-450E-9080-340C109855E1}" destId="{00C8A259-18E6-4416-8C6F-62AE64B2CAA5}" srcOrd="3" destOrd="0" presId="urn:microsoft.com/office/officeart/2018/2/layout/IconLabelDescriptionList"/>
    <dgm:cxn modelId="{ED219FD7-9F26-4142-864B-716CEC7D95F7}" type="presParOf" srcId="{0EF2DB82-C5FC-450E-9080-340C109855E1}" destId="{34B17DA5-8446-4CC1-9D8C-AE0737C2D81F}" srcOrd="4" destOrd="0" presId="urn:microsoft.com/office/officeart/2018/2/layout/IconLabelDescriptionList"/>
    <dgm:cxn modelId="{3CC7AF6F-BE74-43C6-8C12-E8171A7C19D6}" type="presParOf" srcId="{34B17DA5-8446-4CC1-9D8C-AE0737C2D81F}" destId="{B2203CE2-7BE8-4997-BCFB-A22E0EE4F7FB}" srcOrd="0" destOrd="0" presId="urn:microsoft.com/office/officeart/2018/2/layout/IconLabelDescriptionList"/>
    <dgm:cxn modelId="{5EFD21D8-5E1C-4005-8520-A1B8E5563083}" type="presParOf" srcId="{34B17DA5-8446-4CC1-9D8C-AE0737C2D81F}" destId="{E3C118C8-30A8-49B3-B03B-9FB60F56EAE7}" srcOrd="1" destOrd="0" presId="urn:microsoft.com/office/officeart/2018/2/layout/IconLabelDescriptionList"/>
    <dgm:cxn modelId="{29152156-3DE2-4623-86BA-B6C9DBD24F74}" type="presParOf" srcId="{34B17DA5-8446-4CC1-9D8C-AE0737C2D81F}" destId="{8A142C5D-6F48-46C9-868B-7CDA86FADD7D}" srcOrd="2" destOrd="0" presId="urn:microsoft.com/office/officeart/2018/2/layout/IconLabelDescriptionList"/>
    <dgm:cxn modelId="{81B6989E-7212-4FC5-97E4-9D4E360998FA}" type="presParOf" srcId="{34B17DA5-8446-4CC1-9D8C-AE0737C2D81F}" destId="{9A93832E-64F4-4533-AF81-3084DC547286}" srcOrd="3" destOrd="0" presId="urn:microsoft.com/office/officeart/2018/2/layout/IconLabelDescriptionList"/>
    <dgm:cxn modelId="{26A3FAB1-7395-48FA-AEF3-2BA3988BECC6}" type="presParOf" srcId="{34B17DA5-8446-4CC1-9D8C-AE0737C2D81F}" destId="{600908BB-6956-4FB9-9825-E7DF24950E6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B9F97D-8080-4235-9552-F911AA6F7D22}" type="doc">
      <dgm:prSet loTypeId="urn:microsoft.com/office/officeart/2005/8/layout/hierarchy3" loCatId="hierarchy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BEE4576-408F-4980-9509-C0EEC6313BDE}">
      <dgm:prSet/>
      <dgm:spPr/>
      <dgm:t>
        <a:bodyPr/>
        <a:lstStyle/>
        <a:p>
          <a:r>
            <a:rPr lang="en-US"/>
            <a:t>UC-1 Backbone (Prevention Workflow)</a:t>
          </a:r>
        </a:p>
      </dgm:t>
    </dgm:pt>
    <dgm:pt modelId="{9C29B874-482D-4A1F-9E46-7A9CA597C580}" type="parTrans" cxnId="{3DFB67D9-8BC2-42E6-8B06-287EC877F61F}">
      <dgm:prSet/>
      <dgm:spPr/>
      <dgm:t>
        <a:bodyPr/>
        <a:lstStyle/>
        <a:p>
          <a:endParaRPr lang="en-US"/>
        </a:p>
      </dgm:t>
    </dgm:pt>
    <dgm:pt modelId="{1C3175B8-305B-4DDA-AA33-32D8C5DA823C}" type="sibTrans" cxnId="{3DFB67D9-8BC2-42E6-8B06-287EC877F61F}">
      <dgm:prSet/>
      <dgm:spPr/>
      <dgm:t>
        <a:bodyPr/>
        <a:lstStyle/>
        <a:p>
          <a:endParaRPr lang="en-US"/>
        </a:p>
      </dgm:t>
    </dgm:pt>
    <dgm:pt modelId="{2C771E81-9D11-4006-8E32-38426A6EC898}">
      <dgm:prSet/>
      <dgm:spPr/>
      <dgm:t>
        <a:bodyPr/>
        <a:lstStyle/>
        <a:p>
          <a:r>
            <a:rPr lang="en-US"/>
            <a:t>Start Driving → Approach Crosswalk → Assess Risk → Receive Alert → Take Action → Complete Crossing</a:t>
          </a:r>
        </a:p>
      </dgm:t>
    </dgm:pt>
    <dgm:pt modelId="{60CD040B-516A-4509-A216-E0942774AF8E}" type="parTrans" cxnId="{B0E94070-8244-441F-8A01-389544D1DC70}">
      <dgm:prSet/>
      <dgm:spPr/>
      <dgm:t>
        <a:bodyPr/>
        <a:lstStyle/>
        <a:p>
          <a:endParaRPr lang="en-US"/>
        </a:p>
      </dgm:t>
    </dgm:pt>
    <dgm:pt modelId="{7071C4E1-C78E-4F0C-8186-6D2AD119ED71}" type="sibTrans" cxnId="{B0E94070-8244-441F-8A01-389544D1DC70}">
      <dgm:prSet/>
      <dgm:spPr/>
      <dgm:t>
        <a:bodyPr/>
        <a:lstStyle/>
        <a:p>
          <a:endParaRPr lang="en-US"/>
        </a:p>
      </dgm:t>
    </dgm:pt>
    <dgm:pt modelId="{239291DF-976E-4CFA-B55B-46E187483B26}">
      <dgm:prSet/>
      <dgm:spPr/>
      <dgm:t>
        <a:bodyPr/>
        <a:lstStyle/>
        <a:p>
          <a:r>
            <a:rPr lang="en-US"/>
            <a:t>UC-2 Backbone (Correction Workflow)</a:t>
          </a:r>
        </a:p>
      </dgm:t>
    </dgm:pt>
    <dgm:pt modelId="{2C1D79A2-271A-4B31-A0ED-295D8AC7B5CB}" type="parTrans" cxnId="{01669A51-8880-4AB8-A7DC-8E69EE42BCA0}">
      <dgm:prSet/>
      <dgm:spPr/>
      <dgm:t>
        <a:bodyPr/>
        <a:lstStyle/>
        <a:p>
          <a:endParaRPr lang="en-US"/>
        </a:p>
      </dgm:t>
    </dgm:pt>
    <dgm:pt modelId="{08296E18-0C99-48BA-A3B7-3472C35DFA14}" type="sibTrans" cxnId="{01669A51-8880-4AB8-A7DC-8E69EE42BCA0}">
      <dgm:prSet/>
      <dgm:spPr/>
      <dgm:t>
        <a:bodyPr/>
        <a:lstStyle/>
        <a:p>
          <a:endParaRPr lang="en-US"/>
        </a:p>
      </dgm:t>
    </dgm:pt>
    <dgm:pt modelId="{6EF84073-B456-4DD6-A9DF-7ED3E25D10D5}">
      <dgm:prSet/>
      <dgm:spPr/>
      <dgm:t>
        <a:bodyPr/>
        <a:lstStyle/>
        <a:p>
          <a:r>
            <a:rPr lang="en-US"/>
            <a:t>Stop Near Crosswalk → Detect Position → Identify Violation → Notify Driver → Correct Position → Log Event</a:t>
          </a:r>
        </a:p>
      </dgm:t>
    </dgm:pt>
    <dgm:pt modelId="{2E139E83-99F6-4D78-B552-3A07F37D11E3}" type="parTrans" cxnId="{C1BAAABC-C53F-4E35-9428-97D6206B0093}">
      <dgm:prSet/>
      <dgm:spPr/>
      <dgm:t>
        <a:bodyPr/>
        <a:lstStyle/>
        <a:p>
          <a:endParaRPr lang="en-US"/>
        </a:p>
      </dgm:t>
    </dgm:pt>
    <dgm:pt modelId="{77664D46-0776-4DEE-805B-ACD801ED3C14}" type="sibTrans" cxnId="{C1BAAABC-C53F-4E35-9428-97D6206B0093}">
      <dgm:prSet/>
      <dgm:spPr/>
      <dgm:t>
        <a:bodyPr/>
        <a:lstStyle/>
        <a:p>
          <a:endParaRPr lang="en-US"/>
        </a:p>
      </dgm:t>
    </dgm:pt>
    <dgm:pt modelId="{00EF318C-D1F2-43C0-BB1B-2A34566B89F9}">
      <dgm:prSet/>
      <dgm:spPr/>
      <dgm:t>
        <a:bodyPr/>
        <a:lstStyle/>
        <a:p>
          <a:r>
            <a:rPr lang="en-US"/>
            <a:t>UC-3 Backbone (Analytics Workflow)</a:t>
          </a:r>
        </a:p>
      </dgm:t>
    </dgm:pt>
    <dgm:pt modelId="{90A0534F-AA8C-4486-A5FA-77326632124B}" type="parTrans" cxnId="{65AAB6E9-146C-4BBE-A4DA-39194A77B2E4}">
      <dgm:prSet/>
      <dgm:spPr/>
      <dgm:t>
        <a:bodyPr/>
        <a:lstStyle/>
        <a:p>
          <a:endParaRPr lang="en-US"/>
        </a:p>
      </dgm:t>
    </dgm:pt>
    <dgm:pt modelId="{D9D310DF-06CE-41EA-8339-6670976D3AFA}" type="sibTrans" cxnId="{65AAB6E9-146C-4BBE-A4DA-39194A77B2E4}">
      <dgm:prSet/>
      <dgm:spPr/>
      <dgm:t>
        <a:bodyPr/>
        <a:lstStyle/>
        <a:p>
          <a:endParaRPr lang="en-US"/>
        </a:p>
      </dgm:t>
    </dgm:pt>
    <dgm:pt modelId="{39FA7DFD-9AD0-4C39-B300-5FBE641A6636}">
      <dgm:prSet/>
      <dgm:spPr/>
      <dgm:t>
        <a:bodyPr/>
        <a:lstStyle/>
        <a:p>
          <a:r>
            <a:rPr lang="en-US"/>
            <a:t>Access Dashboard → View Overview → Analyze Hotspots → Filter Data → Generate Reports → Take Action</a:t>
          </a:r>
        </a:p>
      </dgm:t>
    </dgm:pt>
    <dgm:pt modelId="{7AD87C7A-42EB-46AD-BF64-5B31C63E36B5}" type="parTrans" cxnId="{AB4DD486-BC97-450C-803C-CDB507EA940D}">
      <dgm:prSet/>
      <dgm:spPr/>
      <dgm:t>
        <a:bodyPr/>
        <a:lstStyle/>
        <a:p>
          <a:endParaRPr lang="en-US"/>
        </a:p>
      </dgm:t>
    </dgm:pt>
    <dgm:pt modelId="{0349D96B-5A5F-45BF-937E-093F9760F33C}" type="sibTrans" cxnId="{AB4DD486-BC97-450C-803C-CDB507EA940D}">
      <dgm:prSet/>
      <dgm:spPr/>
      <dgm:t>
        <a:bodyPr/>
        <a:lstStyle/>
        <a:p>
          <a:endParaRPr lang="en-US"/>
        </a:p>
      </dgm:t>
    </dgm:pt>
    <dgm:pt modelId="{15888A28-A0FB-478D-B439-B500696CD95C}" type="pres">
      <dgm:prSet presAssocID="{63B9F97D-8080-4235-9552-F911AA6F7D2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F8E8A90-3EC7-496B-8480-8B0CC3DE626F}" type="pres">
      <dgm:prSet presAssocID="{4BEE4576-408F-4980-9509-C0EEC6313BDE}" presName="root" presStyleCnt="0"/>
      <dgm:spPr/>
    </dgm:pt>
    <dgm:pt modelId="{5A9D00F0-069B-467F-9B09-FD35238B5143}" type="pres">
      <dgm:prSet presAssocID="{4BEE4576-408F-4980-9509-C0EEC6313BDE}" presName="rootComposite" presStyleCnt="0"/>
      <dgm:spPr/>
    </dgm:pt>
    <dgm:pt modelId="{4CE739FB-5126-452E-9DE6-915605A30EC6}" type="pres">
      <dgm:prSet presAssocID="{4BEE4576-408F-4980-9509-C0EEC6313BDE}" presName="rootText" presStyleLbl="node1" presStyleIdx="0" presStyleCnt="3"/>
      <dgm:spPr/>
      <dgm:t>
        <a:bodyPr/>
        <a:lstStyle/>
        <a:p>
          <a:endParaRPr lang="en-US"/>
        </a:p>
      </dgm:t>
    </dgm:pt>
    <dgm:pt modelId="{900C3890-5AB9-4CA5-BBC1-DC7F54E7FD64}" type="pres">
      <dgm:prSet presAssocID="{4BEE4576-408F-4980-9509-C0EEC6313BDE}" presName="rootConnector" presStyleLbl="node1" presStyleIdx="0" presStyleCnt="3"/>
      <dgm:spPr/>
      <dgm:t>
        <a:bodyPr/>
        <a:lstStyle/>
        <a:p>
          <a:endParaRPr lang="en-US"/>
        </a:p>
      </dgm:t>
    </dgm:pt>
    <dgm:pt modelId="{2234B96F-3224-4BAA-8025-116E80662349}" type="pres">
      <dgm:prSet presAssocID="{4BEE4576-408F-4980-9509-C0EEC6313BDE}" presName="childShape" presStyleCnt="0"/>
      <dgm:spPr/>
    </dgm:pt>
    <dgm:pt modelId="{924BC693-899F-4E0B-A318-EDBCECDAF08A}" type="pres">
      <dgm:prSet presAssocID="{60CD040B-516A-4509-A216-E0942774AF8E}" presName="Name13" presStyleLbl="parChTrans1D2" presStyleIdx="0" presStyleCnt="3"/>
      <dgm:spPr/>
      <dgm:t>
        <a:bodyPr/>
        <a:lstStyle/>
        <a:p>
          <a:endParaRPr lang="en-US"/>
        </a:p>
      </dgm:t>
    </dgm:pt>
    <dgm:pt modelId="{E4E97ADD-F6B8-4B6E-9A16-B3768075B6E3}" type="pres">
      <dgm:prSet presAssocID="{2C771E81-9D11-4006-8E32-38426A6EC898}" presName="childTex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2D9B8A-9591-48A4-89B8-E5BA2A15FD79}" type="pres">
      <dgm:prSet presAssocID="{239291DF-976E-4CFA-B55B-46E187483B26}" presName="root" presStyleCnt="0"/>
      <dgm:spPr/>
    </dgm:pt>
    <dgm:pt modelId="{EA360685-CA8E-475F-8A5B-A0537779DEC6}" type="pres">
      <dgm:prSet presAssocID="{239291DF-976E-4CFA-B55B-46E187483B26}" presName="rootComposite" presStyleCnt="0"/>
      <dgm:spPr/>
    </dgm:pt>
    <dgm:pt modelId="{C968D3C2-07C8-4B24-85DF-2AABEDC262AE}" type="pres">
      <dgm:prSet presAssocID="{239291DF-976E-4CFA-B55B-46E187483B26}" presName="rootText" presStyleLbl="node1" presStyleIdx="1" presStyleCnt="3"/>
      <dgm:spPr/>
      <dgm:t>
        <a:bodyPr/>
        <a:lstStyle/>
        <a:p>
          <a:endParaRPr lang="en-US"/>
        </a:p>
      </dgm:t>
    </dgm:pt>
    <dgm:pt modelId="{26BC7C96-1D6E-4E82-8498-592D5150FFF3}" type="pres">
      <dgm:prSet presAssocID="{239291DF-976E-4CFA-B55B-46E187483B26}" presName="rootConnector" presStyleLbl="node1" presStyleIdx="1" presStyleCnt="3"/>
      <dgm:spPr/>
      <dgm:t>
        <a:bodyPr/>
        <a:lstStyle/>
        <a:p>
          <a:endParaRPr lang="en-US"/>
        </a:p>
      </dgm:t>
    </dgm:pt>
    <dgm:pt modelId="{A8847FCD-D29D-4C17-8363-BA2B8C2B00DE}" type="pres">
      <dgm:prSet presAssocID="{239291DF-976E-4CFA-B55B-46E187483B26}" presName="childShape" presStyleCnt="0"/>
      <dgm:spPr/>
    </dgm:pt>
    <dgm:pt modelId="{A2703EEF-7820-4E44-B2FD-72AFF1ABC310}" type="pres">
      <dgm:prSet presAssocID="{2E139E83-99F6-4D78-B552-3A07F37D11E3}" presName="Name13" presStyleLbl="parChTrans1D2" presStyleIdx="1" presStyleCnt="3"/>
      <dgm:spPr/>
      <dgm:t>
        <a:bodyPr/>
        <a:lstStyle/>
        <a:p>
          <a:endParaRPr lang="en-US"/>
        </a:p>
      </dgm:t>
    </dgm:pt>
    <dgm:pt modelId="{BEF40886-E7B5-4562-9F57-D69650FFB64C}" type="pres">
      <dgm:prSet presAssocID="{6EF84073-B456-4DD6-A9DF-7ED3E25D10D5}" presName="childTex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927F94-453A-43AC-A7CD-50EAB2F46444}" type="pres">
      <dgm:prSet presAssocID="{00EF318C-D1F2-43C0-BB1B-2A34566B89F9}" presName="root" presStyleCnt="0"/>
      <dgm:spPr/>
    </dgm:pt>
    <dgm:pt modelId="{4B796470-55E3-4E0A-B219-175C4422FEB4}" type="pres">
      <dgm:prSet presAssocID="{00EF318C-D1F2-43C0-BB1B-2A34566B89F9}" presName="rootComposite" presStyleCnt="0"/>
      <dgm:spPr/>
    </dgm:pt>
    <dgm:pt modelId="{DDAD90AB-2EF1-436A-B8D5-3BC33323C575}" type="pres">
      <dgm:prSet presAssocID="{00EF318C-D1F2-43C0-BB1B-2A34566B89F9}" presName="rootText" presStyleLbl="node1" presStyleIdx="2" presStyleCnt="3"/>
      <dgm:spPr/>
      <dgm:t>
        <a:bodyPr/>
        <a:lstStyle/>
        <a:p>
          <a:endParaRPr lang="en-US"/>
        </a:p>
      </dgm:t>
    </dgm:pt>
    <dgm:pt modelId="{4AE5B038-98A7-4B2A-BF8D-A68F72E49B84}" type="pres">
      <dgm:prSet presAssocID="{00EF318C-D1F2-43C0-BB1B-2A34566B89F9}" presName="rootConnector" presStyleLbl="node1" presStyleIdx="2" presStyleCnt="3"/>
      <dgm:spPr/>
      <dgm:t>
        <a:bodyPr/>
        <a:lstStyle/>
        <a:p>
          <a:endParaRPr lang="en-US"/>
        </a:p>
      </dgm:t>
    </dgm:pt>
    <dgm:pt modelId="{4C9492F1-CB51-4BEF-80D7-8FD15386AD6C}" type="pres">
      <dgm:prSet presAssocID="{00EF318C-D1F2-43C0-BB1B-2A34566B89F9}" presName="childShape" presStyleCnt="0"/>
      <dgm:spPr/>
    </dgm:pt>
    <dgm:pt modelId="{DA2C4C09-E69F-4367-A200-5B9F32E61806}" type="pres">
      <dgm:prSet presAssocID="{7AD87C7A-42EB-46AD-BF64-5B31C63E36B5}" presName="Name13" presStyleLbl="parChTrans1D2" presStyleIdx="2" presStyleCnt="3"/>
      <dgm:spPr/>
      <dgm:t>
        <a:bodyPr/>
        <a:lstStyle/>
        <a:p>
          <a:endParaRPr lang="en-US"/>
        </a:p>
      </dgm:t>
    </dgm:pt>
    <dgm:pt modelId="{21078518-9F5F-46C7-A2F1-ACD4D8C80402}" type="pres">
      <dgm:prSet presAssocID="{39FA7DFD-9AD0-4C39-B300-5FBE641A6636}" presName="childTex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1BAAABC-C53F-4E35-9428-97D6206B0093}" srcId="{239291DF-976E-4CFA-B55B-46E187483B26}" destId="{6EF84073-B456-4DD6-A9DF-7ED3E25D10D5}" srcOrd="0" destOrd="0" parTransId="{2E139E83-99F6-4D78-B552-3A07F37D11E3}" sibTransId="{77664D46-0776-4DEE-805B-ACD801ED3C14}"/>
    <dgm:cxn modelId="{AB93E9A5-0A92-44D3-954C-5EE063C6C6A6}" type="presOf" srcId="{6EF84073-B456-4DD6-A9DF-7ED3E25D10D5}" destId="{BEF40886-E7B5-4562-9F57-D69650FFB64C}" srcOrd="0" destOrd="0" presId="urn:microsoft.com/office/officeart/2005/8/layout/hierarchy3"/>
    <dgm:cxn modelId="{65AAB6E9-146C-4BBE-A4DA-39194A77B2E4}" srcId="{63B9F97D-8080-4235-9552-F911AA6F7D22}" destId="{00EF318C-D1F2-43C0-BB1B-2A34566B89F9}" srcOrd="2" destOrd="0" parTransId="{90A0534F-AA8C-4486-A5FA-77326632124B}" sibTransId="{D9D310DF-06CE-41EA-8339-6670976D3AFA}"/>
    <dgm:cxn modelId="{C8A1360D-51B0-405D-B7C1-AD688D7A841C}" type="presOf" srcId="{39FA7DFD-9AD0-4C39-B300-5FBE641A6636}" destId="{21078518-9F5F-46C7-A2F1-ACD4D8C80402}" srcOrd="0" destOrd="0" presId="urn:microsoft.com/office/officeart/2005/8/layout/hierarchy3"/>
    <dgm:cxn modelId="{9D547DE5-96D4-4957-AAA6-B75BD077D9AB}" type="presOf" srcId="{2E139E83-99F6-4D78-B552-3A07F37D11E3}" destId="{A2703EEF-7820-4E44-B2FD-72AFF1ABC310}" srcOrd="0" destOrd="0" presId="urn:microsoft.com/office/officeart/2005/8/layout/hierarchy3"/>
    <dgm:cxn modelId="{813701BB-D685-4313-B36C-BA20149458B2}" type="presOf" srcId="{00EF318C-D1F2-43C0-BB1B-2A34566B89F9}" destId="{4AE5B038-98A7-4B2A-BF8D-A68F72E49B84}" srcOrd="1" destOrd="0" presId="urn:microsoft.com/office/officeart/2005/8/layout/hierarchy3"/>
    <dgm:cxn modelId="{B0E94070-8244-441F-8A01-389544D1DC70}" srcId="{4BEE4576-408F-4980-9509-C0EEC6313BDE}" destId="{2C771E81-9D11-4006-8E32-38426A6EC898}" srcOrd="0" destOrd="0" parTransId="{60CD040B-516A-4509-A216-E0942774AF8E}" sibTransId="{7071C4E1-C78E-4F0C-8186-6D2AD119ED71}"/>
    <dgm:cxn modelId="{65BEC0C2-74F3-4D06-9B28-4F6E04317B57}" type="presOf" srcId="{2C771E81-9D11-4006-8E32-38426A6EC898}" destId="{E4E97ADD-F6B8-4B6E-9A16-B3768075B6E3}" srcOrd="0" destOrd="0" presId="urn:microsoft.com/office/officeart/2005/8/layout/hierarchy3"/>
    <dgm:cxn modelId="{ED078FCC-10F3-456F-8EE5-7DF515E2D9B6}" type="presOf" srcId="{239291DF-976E-4CFA-B55B-46E187483B26}" destId="{26BC7C96-1D6E-4E82-8498-592D5150FFF3}" srcOrd="1" destOrd="0" presId="urn:microsoft.com/office/officeart/2005/8/layout/hierarchy3"/>
    <dgm:cxn modelId="{08CFCFF3-4396-4EB1-8C07-21C3C713A555}" type="presOf" srcId="{7AD87C7A-42EB-46AD-BF64-5B31C63E36B5}" destId="{DA2C4C09-E69F-4367-A200-5B9F32E61806}" srcOrd="0" destOrd="0" presId="urn:microsoft.com/office/officeart/2005/8/layout/hierarchy3"/>
    <dgm:cxn modelId="{3DFB67D9-8BC2-42E6-8B06-287EC877F61F}" srcId="{63B9F97D-8080-4235-9552-F911AA6F7D22}" destId="{4BEE4576-408F-4980-9509-C0EEC6313BDE}" srcOrd="0" destOrd="0" parTransId="{9C29B874-482D-4A1F-9E46-7A9CA597C580}" sibTransId="{1C3175B8-305B-4DDA-AA33-32D8C5DA823C}"/>
    <dgm:cxn modelId="{AB4DD486-BC97-450C-803C-CDB507EA940D}" srcId="{00EF318C-D1F2-43C0-BB1B-2A34566B89F9}" destId="{39FA7DFD-9AD0-4C39-B300-5FBE641A6636}" srcOrd="0" destOrd="0" parTransId="{7AD87C7A-42EB-46AD-BF64-5B31C63E36B5}" sibTransId="{0349D96B-5A5F-45BF-937E-093F9760F33C}"/>
    <dgm:cxn modelId="{503E7049-73EB-4E09-A317-661E4A43E798}" type="presOf" srcId="{63B9F97D-8080-4235-9552-F911AA6F7D22}" destId="{15888A28-A0FB-478D-B439-B500696CD95C}" srcOrd="0" destOrd="0" presId="urn:microsoft.com/office/officeart/2005/8/layout/hierarchy3"/>
    <dgm:cxn modelId="{A7585CB4-AFFC-478F-A7FF-EE41226B41AF}" type="presOf" srcId="{239291DF-976E-4CFA-B55B-46E187483B26}" destId="{C968D3C2-07C8-4B24-85DF-2AABEDC262AE}" srcOrd="0" destOrd="0" presId="urn:microsoft.com/office/officeart/2005/8/layout/hierarchy3"/>
    <dgm:cxn modelId="{62F3C8CB-B352-465E-9024-C301DFCADB25}" type="presOf" srcId="{4BEE4576-408F-4980-9509-C0EEC6313BDE}" destId="{4CE739FB-5126-452E-9DE6-915605A30EC6}" srcOrd="0" destOrd="0" presId="urn:microsoft.com/office/officeart/2005/8/layout/hierarchy3"/>
    <dgm:cxn modelId="{01669A51-8880-4AB8-A7DC-8E69EE42BCA0}" srcId="{63B9F97D-8080-4235-9552-F911AA6F7D22}" destId="{239291DF-976E-4CFA-B55B-46E187483B26}" srcOrd="1" destOrd="0" parTransId="{2C1D79A2-271A-4B31-A0ED-295D8AC7B5CB}" sibTransId="{08296E18-0C99-48BA-A3B7-3472C35DFA14}"/>
    <dgm:cxn modelId="{EB3CD0A5-0E17-4CE6-A494-FD01A667B2A4}" type="presOf" srcId="{60CD040B-516A-4509-A216-E0942774AF8E}" destId="{924BC693-899F-4E0B-A318-EDBCECDAF08A}" srcOrd="0" destOrd="0" presId="urn:microsoft.com/office/officeart/2005/8/layout/hierarchy3"/>
    <dgm:cxn modelId="{A3C87713-354B-495C-B582-201685280AE5}" type="presOf" srcId="{4BEE4576-408F-4980-9509-C0EEC6313BDE}" destId="{900C3890-5AB9-4CA5-BBC1-DC7F54E7FD64}" srcOrd="1" destOrd="0" presId="urn:microsoft.com/office/officeart/2005/8/layout/hierarchy3"/>
    <dgm:cxn modelId="{BD852CF9-3229-4816-BE28-5E82A9C40488}" type="presOf" srcId="{00EF318C-D1F2-43C0-BB1B-2A34566B89F9}" destId="{DDAD90AB-2EF1-436A-B8D5-3BC33323C575}" srcOrd="0" destOrd="0" presId="urn:microsoft.com/office/officeart/2005/8/layout/hierarchy3"/>
    <dgm:cxn modelId="{47AC7D42-445E-491F-826F-623056AC4B07}" type="presParOf" srcId="{15888A28-A0FB-478D-B439-B500696CD95C}" destId="{0F8E8A90-3EC7-496B-8480-8B0CC3DE626F}" srcOrd="0" destOrd="0" presId="urn:microsoft.com/office/officeart/2005/8/layout/hierarchy3"/>
    <dgm:cxn modelId="{E2434D5C-228E-4175-98CF-C760122EA2E5}" type="presParOf" srcId="{0F8E8A90-3EC7-496B-8480-8B0CC3DE626F}" destId="{5A9D00F0-069B-467F-9B09-FD35238B5143}" srcOrd="0" destOrd="0" presId="urn:microsoft.com/office/officeart/2005/8/layout/hierarchy3"/>
    <dgm:cxn modelId="{744BE435-478A-40A6-9F0C-0B50069E1D4B}" type="presParOf" srcId="{5A9D00F0-069B-467F-9B09-FD35238B5143}" destId="{4CE739FB-5126-452E-9DE6-915605A30EC6}" srcOrd="0" destOrd="0" presId="urn:microsoft.com/office/officeart/2005/8/layout/hierarchy3"/>
    <dgm:cxn modelId="{7928717B-95CF-42F4-9ED7-4D4A1A32E8A1}" type="presParOf" srcId="{5A9D00F0-069B-467F-9B09-FD35238B5143}" destId="{900C3890-5AB9-4CA5-BBC1-DC7F54E7FD64}" srcOrd="1" destOrd="0" presId="urn:microsoft.com/office/officeart/2005/8/layout/hierarchy3"/>
    <dgm:cxn modelId="{E1C06CF3-976B-4580-97D8-0D4486087562}" type="presParOf" srcId="{0F8E8A90-3EC7-496B-8480-8B0CC3DE626F}" destId="{2234B96F-3224-4BAA-8025-116E80662349}" srcOrd="1" destOrd="0" presId="urn:microsoft.com/office/officeart/2005/8/layout/hierarchy3"/>
    <dgm:cxn modelId="{4C6E2CF6-14CF-41FC-A228-27141012691E}" type="presParOf" srcId="{2234B96F-3224-4BAA-8025-116E80662349}" destId="{924BC693-899F-4E0B-A318-EDBCECDAF08A}" srcOrd="0" destOrd="0" presId="urn:microsoft.com/office/officeart/2005/8/layout/hierarchy3"/>
    <dgm:cxn modelId="{3DF7BC45-A706-4E6F-BD9E-4F7207C98FA6}" type="presParOf" srcId="{2234B96F-3224-4BAA-8025-116E80662349}" destId="{E4E97ADD-F6B8-4B6E-9A16-B3768075B6E3}" srcOrd="1" destOrd="0" presId="urn:microsoft.com/office/officeart/2005/8/layout/hierarchy3"/>
    <dgm:cxn modelId="{A0464D46-C5CA-487C-87D8-52D058064EC0}" type="presParOf" srcId="{15888A28-A0FB-478D-B439-B500696CD95C}" destId="{642D9B8A-9591-48A4-89B8-E5BA2A15FD79}" srcOrd="1" destOrd="0" presId="urn:microsoft.com/office/officeart/2005/8/layout/hierarchy3"/>
    <dgm:cxn modelId="{5E4C662E-F611-40F0-A17D-A3C13AEF757D}" type="presParOf" srcId="{642D9B8A-9591-48A4-89B8-E5BA2A15FD79}" destId="{EA360685-CA8E-475F-8A5B-A0537779DEC6}" srcOrd="0" destOrd="0" presId="urn:microsoft.com/office/officeart/2005/8/layout/hierarchy3"/>
    <dgm:cxn modelId="{C6C5FAB8-D4E1-4B77-8BD3-856FD5402957}" type="presParOf" srcId="{EA360685-CA8E-475F-8A5B-A0537779DEC6}" destId="{C968D3C2-07C8-4B24-85DF-2AABEDC262AE}" srcOrd="0" destOrd="0" presId="urn:microsoft.com/office/officeart/2005/8/layout/hierarchy3"/>
    <dgm:cxn modelId="{E0EEC8CD-601C-44F9-9E8B-942EB7B60718}" type="presParOf" srcId="{EA360685-CA8E-475F-8A5B-A0537779DEC6}" destId="{26BC7C96-1D6E-4E82-8498-592D5150FFF3}" srcOrd="1" destOrd="0" presId="urn:microsoft.com/office/officeart/2005/8/layout/hierarchy3"/>
    <dgm:cxn modelId="{D2BBDB8A-6A16-4B29-A10D-862F0B14A96D}" type="presParOf" srcId="{642D9B8A-9591-48A4-89B8-E5BA2A15FD79}" destId="{A8847FCD-D29D-4C17-8363-BA2B8C2B00DE}" srcOrd="1" destOrd="0" presId="urn:microsoft.com/office/officeart/2005/8/layout/hierarchy3"/>
    <dgm:cxn modelId="{632DA215-3CEC-4FDF-B672-DC9C6CB618E6}" type="presParOf" srcId="{A8847FCD-D29D-4C17-8363-BA2B8C2B00DE}" destId="{A2703EEF-7820-4E44-B2FD-72AFF1ABC310}" srcOrd="0" destOrd="0" presId="urn:microsoft.com/office/officeart/2005/8/layout/hierarchy3"/>
    <dgm:cxn modelId="{2E595C7B-48D7-4FFA-9565-7DCC08164DBE}" type="presParOf" srcId="{A8847FCD-D29D-4C17-8363-BA2B8C2B00DE}" destId="{BEF40886-E7B5-4562-9F57-D69650FFB64C}" srcOrd="1" destOrd="0" presId="urn:microsoft.com/office/officeart/2005/8/layout/hierarchy3"/>
    <dgm:cxn modelId="{E80F03E1-4328-46CE-8258-679B09D9F18A}" type="presParOf" srcId="{15888A28-A0FB-478D-B439-B500696CD95C}" destId="{F2927F94-453A-43AC-A7CD-50EAB2F46444}" srcOrd="2" destOrd="0" presId="urn:microsoft.com/office/officeart/2005/8/layout/hierarchy3"/>
    <dgm:cxn modelId="{919117DF-65D7-4EB0-A58D-7733A57886CE}" type="presParOf" srcId="{F2927F94-453A-43AC-A7CD-50EAB2F46444}" destId="{4B796470-55E3-4E0A-B219-175C4422FEB4}" srcOrd="0" destOrd="0" presId="urn:microsoft.com/office/officeart/2005/8/layout/hierarchy3"/>
    <dgm:cxn modelId="{A3276EF5-4F83-4F7E-AAC7-8EB28F8F422D}" type="presParOf" srcId="{4B796470-55E3-4E0A-B219-175C4422FEB4}" destId="{DDAD90AB-2EF1-436A-B8D5-3BC33323C575}" srcOrd="0" destOrd="0" presId="urn:microsoft.com/office/officeart/2005/8/layout/hierarchy3"/>
    <dgm:cxn modelId="{98E7B7C0-CCF4-44F7-8B6A-7EC822B49918}" type="presParOf" srcId="{4B796470-55E3-4E0A-B219-175C4422FEB4}" destId="{4AE5B038-98A7-4B2A-BF8D-A68F72E49B84}" srcOrd="1" destOrd="0" presId="urn:microsoft.com/office/officeart/2005/8/layout/hierarchy3"/>
    <dgm:cxn modelId="{95D8BB2E-942F-43FF-866F-ACA39CB06571}" type="presParOf" srcId="{F2927F94-453A-43AC-A7CD-50EAB2F46444}" destId="{4C9492F1-CB51-4BEF-80D7-8FD15386AD6C}" srcOrd="1" destOrd="0" presId="urn:microsoft.com/office/officeart/2005/8/layout/hierarchy3"/>
    <dgm:cxn modelId="{08955DF6-0439-42CD-B31B-88ED3B7B1FC2}" type="presParOf" srcId="{4C9492F1-CB51-4BEF-80D7-8FD15386AD6C}" destId="{DA2C4C09-E69F-4367-A200-5B9F32E61806}" srcOrd="0" destOrd="0" presId="urn:microsoft.com/office/officeart/2005/8/layout/hierarchy3"/>
    <dgm:cxn modelId="{1D41F0E9-5B89-47E1-BE59-FC3E5F154706}" type="presParOf" srcId="{4C9492F1-CB51-4BEF-80D7-8FD15386AD6C}" destId="{21078518-9F5F-46C7-A2F1-ACD4D8C8040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21F35E-E352-492B-AD7F-42D1E49FA6F3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AE5D46-0D01-4D4E-9EBA-993BD0032647}">
      <dgm:prSet/>
      <dgm:spPr/>
      <dgm:t>
        <a:bodyPr/>
        <a:lstStyle/>
        <a:p>
          <a:r>
            <a:rPr lang="en-US"/>
            <a:t>Feature works on simulation video</a:t>
          </a:r>
        </a:p>
      </dgm:t>
    </dgm:pt>
    <dgm:pt modelId="{3609AD9D-D531-42B6-A304-54AEDE19CDBB}" type="parTrans" cxnId="{2D583788-DE7A-4666-A232-24070E04C147}">
      <dgm:prSet/>
      <dgm:spPr/>
      <dgm:t>
        <a:bodyPr/>
        <a:lstStyle/>
        <a:p>
          <a:endParaRPr lang="en-US"/>
        </a:p>
      </dgm:t>
    </dgm:pt>
    <dgm:pt modelId="{8BF8524D-A0D9-41F3-8C90-9EF7F97E7DA9}" type="sibTrans" cxnId="{2D583788-DE7A-4666-A232-24070E04C147}">
      <dgm:prSet/>
      <dgm:spPr/>
      <dgm:t>
        <a:bodyPr/>
        <a:lstStyle/>
        <a:p>
          <a:endParaRPr lang="en-US"/>
        </a:p>
      </dgm:t>
    </dgm:pt>
    <dgm:pt modelId="{D4D83DEA-615F-471D-84A4-CB83E1B9BBDB}">
      <dgm:prSet/>
      <dgm:spPr/>
      <dgm:t>
        <a:bodyPr/>
        <a:lstStyle/>
        <a:p>
          <a:r>
            <a:rPr lang="en-US"/>
            <a:t>Output is visible (alert / log / chart)</a:t>
          </a:r>
        </a:p>
      </dgm:t>
    </dgm:pt>
    <dgm:pt modelId="{7A4627C8-F1A7-4B88-B5CA-86E1D9B53E3E}" type="parTrans" cxnId="{FABFD939-0B1F-428C-A4E9-0D81BCECB72F}">
      <dgm:prSet/>
      <dgm:spPr/>
      <dgm:t>
        <a:bodyPr/>
        <a:lstStyle/>
        <a:p>
          <a:endParaRPr lang="en-US"/>
        </a:p>
      </dgm:t>
    </dgm:pt>
    <dgm:pt modelId="{865526E2-892D-4ADE-AE3E-703DB9D98312}" type="sibTrans" cxnId="{FABFD939-0B1F-428C-A4E9-0D81BCECB72F}">
      <dgm:prSet/>
      <dgm:spPr/>
      <dgm:t>
        <a:bodyPr/>
        <a:lstStyle/>
        <a:p>
          <a:endParaRPr lang="en-US"/>
        </a:p>
      </dgm:t>
    </dgm:pt>
    <dgm:pt modelId="{B52DBA38-E9B3-4912-AC00-4DAD591CB247}">
      <dgm:prSet/>
      <dgm:spPr/>
      <dgm:t>
        <a:bodyPr/>
        <a:lstStyle/>
        <a:p>
          <a:r>
            <a:rPr lang="en-US"/>
            <a:t>Screenshot or demo recording is available</a:t>
          </a:r>
        </a:p>
      </dgm:t>
    </dgm:pt>
    <dgm:pt modelId="{731A5E18-E0E2-416E-AD15-F827456195D3}" type="parTrans" cxnId="{F59B1E37-39D5-4494-B113-31199E6F48BF}">
      <dgm:prSet/>
      <dgm:spPr/>
      <dgm:t>
        <a:bodyPr/>
        <a:lstStyle/>
        <a:p>
          <a:endParaRPr lang="en-US"/>
        </a:p>
      </dgm:t>
    </dgm:pt>
    <dgm:pt modelId="{72219DDF-F858-46B8-B384-A21627B56593}" type="sibTrans" cxnId="{F59B1E37-39D5-4494-B113-31199E6F48BF}">
      <dgm:prSet/>
      <dgm:spPr/>
      <dgm:t>
        <a:bodyPr/>
        <a:lstStyle/>
        <a:p>
          <a:endParaRPr lang="en-US"/>
        </a:p>
      </dgm:t>
    </dgm:pt>
    <dgm:pt modelId="{B6285622-56C6-43A5-A045-0D939DDB7820}">
      <dgm:prSet/>
      <dgm:spPr/>
      <dgm:t>
        <a:bodyPr/>
        <a:lstStyle/>
        <a:p>
          <a:r>
            <a:rPr lang="en-US"/>
            <a:t>Code is committed to GitHub</a:t>
          </a:r>
        </a:p>
      </dgm:t>
    </dgm:pt>
    <dgm:pt modelId="{72F6A7DA-D7CE-43D4-B7A6-6A50638BEB84}" type="parTrans" cxnId="{48AC8A3E-C642-4E31-A98D-EA1D7A0418DA}">
      <dgm:prSet/>
      <dgm:spPr/>
      <dgm:t>
        <a:bodyPr/>
        <a:lstStyle/>
        <a:p>
          <a:endParaRPr lang="en-US"/>
        </a:p>
      </dgm:t>
    </dgm:pt>
    <dgm:pt modelId="{2307A13F-C20E-4181-B061-3C323583913C}" type="sibTrans" cxnId="{48AC8A3E-C642-4E31-A98D-EA1D7A0418DA}">
      <dgm:prSet/>
      <dgm:spPr/>
      <dgm:t>
        <a:bodyPr/>
        <a:lstStyle/>
        <a:p>
          <a:endParaRPr lang="en-US"/>
        </a:p>
      </dgm:t>
    </dgm:pt>
    <dgm:pt modelId="{8393D0C0-C9A3-4B8C-8B4A-C5943D6D3971}">
      <dgm:prSet/>
      <dgm:spPr/>
      <dgm:t>
        <a:bodyPr/>
        <a:lstStyle/>
        <a:p>
          <a:r>
            <a:rPr lang="en-US"/>
            <a:t>Feature is documented in the report</a:t>
          </a:r>
        </a:p>
      </dgm:t>
    </dgm:pt>
    <dgm:pt modelId="{CD66A1C4-F26E-4419-BD0F-FBD96A92885C}" type="parTrans" cxnId="{035E2288-41CA-4B20-80A5-D5E5D9ED3139}">
      <dgm:prSet/>
      <dgm:spPr/>
      <dgm:t>
        <a:bodyPr/>
        <a:lstStyle/>
        <a:p>
          <a:endParaRPr lang="en-US"/>
        </a:p>
      </dgm:t>
    </dgm:pt>
    <dgm:pt modelId="{8C45629C-1B8D-4401-857A-A5729A206F1A}" type="sibTrans" cxnId="{035E2288-41CA-4B20-80A5-D5E5D9ED3139}">
      <dgm:prSet/>
      <dgm:spPr/>
      <dgm:t>
        <a:bodyPr/>
        <a:lstStyle/>
        <a:p>
          <a:endParaRPr lang="en-US"/>
        </a:p>
      </dgm:t>
    </dgm:pt>
    <dgm:pt modelId="{EF6DD775-51E8-4A8D-A157-32C0FFE2B234}" type="pres">
      <dgm:prSet presAssocID="{DD21F35E-E352-492B-AD7F-42D1E49FA6F3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2A85BF6-0390-46A5-B7A6-E9989533D4EE}" type="pres">
      <dgm:prSet presAssocID="{DD21F35E-E352-492B-AD7F-42D1E49FA6F3}" presName="dummyMaxCanvas" presStyleCnt="0">
        <dgm:presLayoutVars/>
      </dgm:prSet>
      <dgm:spPr/>
    </dgm:pt>
    <dgm:pt modelId="{5735DF6E-FE3E-4116-A780-656D1B9FA719}" type="pres">
      <dgm:prSet presAssocID="{DD21F35E-E352-492B-AD7F-42D1E49FA6F3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7078A0-7F8C-42C2-8551-67BC05E41315}" type="pres">
      <dgm:prSet presAssocID="{DD21F35E-E352-492B-AD7F-42D1E49FA6F3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88C6A7-72BB-4767-8152-71D6094C21F9}" type="pres">
      <dgm:prSet presAssocID="{DD21F35E-E352-492B-AD7F-42D1E49FA6F3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0AA024-8E18-4F9C-9DEF-3E3A4B80B423}" type="pres">
      <dgm:prSet presAssocID="{DD21F35E-E352-492B-AD7F-42D1E49FA6F3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9ED960-5F88-4F3C-8807-ACAD4EE993A0}" type="pres">
      <dgm:prSet presAssocID="{DD21F35E-E352-492B-AD7F-42D1E49FA6F3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3A204C-6EF8-43D3-80EB-CBB049A67793}" type="pres">
      <dgm:prSet presAssocID="{DD21F35E-E352-492B-AD7F-42D1E49FA6F3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EADB6C-4823-419A-B23A-3BF60C19E628}" type="pres">
      <dgm:prSet presAssocID="{DD21F35E-E352-492B-AD7F-42D1E49FA6F3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1CE3B4-BAD7-4673-A449-A2B2464C14DE}" type="pres">
      <dgm:prSet presAssocID="{DD21F35E-E352-492B-AD7F-42D1E49FA6F3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FA7BF2-8D05-4381-BDB6-ACCBADC34DC9}" type="pres">
      <dgm:prSet presAssocID="{DD21F35E-E352-492B-AD7F-42D1E49FA6F3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715639-17C2-458E-8887-64813A79998B}" type="pres">
      <dgm:prSet presAssocID="{DD21F35E-E352-492B-AD7F-42D1E49FA6F3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47EE2C-D026-48EE-B8DC-208E891ABA1C}" type="pres">
      <dgm:prSet presAssocID="{DD21F35E-E352-492B-AD7F-42D1E49FA6F3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DF2891-8107-4FA3-8149-85B3DCAE05CF}" type="pres">
      <dgm:prSet presAssocID="{DD21F35E-E352-492B-AD7F-42D1E49FA6F3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AAC9F5-9035-4D87-A82A-CCBEF77EC73B}" type="pres">
      <dgm:prSet presAssocID="{DD21F35E-E352-492B-AD7F-42D1E49FA6F3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1AF325-E365-4016-A7A8-1B2DCE9DA3A6}" type="pres">
      <dgm:prSet presAssocID="{DD21F35E-E352-492B-AD7F-42D1E49FA6F3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35E2288-41CA-4B20-80A5-D5E5D9ED3139}" srcId="{DD21F35E-E352-492B-AD7F-42D1E49FA6F3}" destId="{8393D0C0-C9A3-4B8C-8B4A-C5943D6D3971}" srcOrd="4" destOrd="0" parTransId="{CD66A1C4-F26E-4419-BD0F-FBD96A92885C}" sibTransId="{8C45629C-1B8D-4401-857A-A5729A206F1A}"/>
    <dgm:cxn modelId="{6FC5787C-5E3D-4985-8ED2-C14B05A0F60B}" type="presOf" srcId="{DD21F35E-E352-492B-AD7F-42D1E49FA6F3}" destId="{EF6DD775-51E8-4A8D-A157-32C0FFE2B234}" srcOrd="0" destOrd="0" presId="urn:microsoft.com/office/officeart/2005/8/layout/vProcess5"/>
    <dgm:cxn modelId="{ACCE0722-1297-494F-A986-6CE103619C1C}" type="presOf" srcId="{B52DBA38-E9B3-4912-AC00-4DAD591CB247}" destId="{2388C6A7-72BB-4767-8152-71D6094C21F9}" srcOrd="0" destOrd="0" presId="urn:microsoft.com/office/officeart/2005/8/layout/vProcess5"/>
    <dgm:cxn modelId="{8D8CC7FD-D49B-49C3-B0CD-9F9466A076B2}" type="presOf" srcId="{B52DBA38-E9B3-4912-AC00-4DAD591CB247}" destId="{78DF2891-8107-4FA3-8149-85B3DCAE05CF}" srcOrd="1" destOrd="0" presId="urn:microsoft.com/office/officeart/2005/8/layout/vProcess5"/>
    <dgm:cxn modelId="{F59B1E37-39D5-4494-B113-31199E6F48BF}" srcId="{DD21F35E-E352-492B-AD7F-42D1E49FA6F3}" destId="{B52DBA38-E9B3-4912-AC00-4DAD591CB247}" srcOrd="2" destOrd="0" parTransId="{731A5E18-E0E2-416E-AD15-F827456195D3}" sibTransId="{72219DDF-F858-46B8-B384-A21627B56593}"/>
    <dgm:cxn modelId="{118E800C-ADF3-4383-9F22-8180B3708ED4}" type="presOf" srcId="{D4D83DEA-615F-471D-84A4-CB83E1B9BBDB}" destId="{4A47EE2C-D026-48EE-B8DC-208E891ABA1C}" srcOrd="1" destOrd="0" presId="urn:microsoft.com/office/officeart/2005/8/layout/vProcess5"/>
    <dgm:cxn modelId="{7EFA58AA-EDBE-4938-819A-21142A365650}" type="presOf" srcId="{C4AE5D46-0D01-4D4E-9EBA-993BD0032647}" destId="{F2715639-17C2-458E-8887-64813A79998B}" srcOrd="1" destOrd="0" presId="urn:microsoft.com/office/officeart/2005/8/layout/vProcess5"/>
    <dgm:cxn modelId="{EE394C57-6883-4EA0-BF02-72AD1FAC64DB}" type="presOf" srcId="{D4D83DEA-615F-471D-84A4-CB83E1B9BBDB}" destId="{B77078A0-7F8C-42C2-8551-67BC05E41315}" srcOrd="0" destOrd="0" presId="urn:microsoft.com/office/officeart/2005/8/layout/vProcess5"/>
    <dgm:cxn modelId="{284BF9B0-278F-407C-A09F-F38406C03487}" type="presOf" srcId="{C4AE5D46-0D01-4D4E-9EBA-993BD0032647}" destId="{5735DF6E-FE3E-4116-A780-656D1B9FA719}" srcOrd="0" destOrd="0" presId="urn:microsoft.com/office/officeart/2005/8/layout/vProcess5"/>
    <dgm:cxn modelId="{4FAB4857-0401-4620-B4BC-B1AD64C72D35}" type="presOf" srcId="{B6285622-56C6-43A5-A045-0D939DDB7820}" destId="{010AA024-8E18-4F9C-9DEF-3E3A4B80B423}" srcOrd="0" destOrd="0" presId="urn:microsoft.com/office/officeart/2005/8/layout/vProcess5"/>
    <dgm:cxn modelId="{A2E3B1E5-211A-4D5E-A428-2676622455A8}" type="presOf" srcId="{865526E2-892D-4ADE-AE3E-703DB9D98312}" destId="{46EADB6C-4823-419A-B23A-3BF60C19E628}" srcOrd="0" destOrd="0" presId="urn:microsoft.com/office/officeart/2005/8/layout/vProcess5"/>
    <dgm:cxn modelId="{0D55933B-F4B9-4749-BC26-B4EF6E103B12}" type="presOf" srcId="{2307A13F-C20E-4181-B061-3C323583913C}" destId="{47FA7BF2-8D05-4381-BDB6-ACCBADC34DC9}" srcOrd="0" destOrd="0" presId="urn:microsoft.com/office/officeart/2005/8/layout/vProcess5"/>
    <dgm:cxn modelId="{BF095BA4-4E06-4312-9473-50E03F792886}" type="presOf" srcId="{72219DDF-F858-46B8-B384-A21627B56593}" destId="{681CE3B4-BAD7-4673-A449-A2B2464C14DE}" srcOrd="0" destOrd="0" presId="urn:microsoft.com/office/officeart/2005/8/layout/vProcess5"/>
    <dgm:cxn modelId="{FABFD939-0B1F-428C-A4E9-0D81BCECB72F}" srcId="{DD21F35E-E352-492B-AD7F-42D1E49FA6F3}" destId="{D4D83DEA-615F-471D-84A4-CB83E1B9BBDB}" srcOrd="1" destOrd="0" parTransId="{7A4627C8-F1A7-4B88-B5CA-86E1D9B53E3E}" sibTransId="{865526E2-892D-4ADE-AE3E-703DB9D98312}"/>
    <dgm:cxn modelId="{48AC8A3E-C642-4E31-A98D-EA1D7A0418DA}" srcId="{DD21F35E-E352-492B-AD7F-42D1E49FA6F3}" destId="{B6285622-56C6-43A5-A045-0D939DDB7820}" srcOrd="3" destOrd="0" parTransId="{72F6A7DA-D7CE-43D4-B7A6-6A50638BEB84}" sibTransId="{2307A13F-C20E-4181-B061-3C323583913C}"/>
    <dgm:cxn modelId="{F7C3B0C8-3964-4E92-B4CF-807F687D1479}" type="presOf" srcId="{8393D0C0-C9A3-4B8C-8B4A-C5943D6D3971}" destId="{CC1AF325-E365-4016-A7A8-1B2DCE9DA3A6}" srcOrd="1" destOrd="0" presId="urn:microsoft.com/office/officeart/2005/8/layout/vProcess5"/>
    <dgm:cxn modelId="{748FD9F1-84C0-4619-870B-0A12264C2839}" type="presOf" srcId="{B6285622-56C6-43A5-A045-0D939DDB7820}" destId="{F3AAC9F5-9035-4D87-A82A-CCBEF77EC73B}" srcOrd="1" destOrd="0" presId="urn:microsoft.com/office/officeart/2005/8/layout/vProcess5"/>
    <dgm:cxn modelId="{B53949DE-A0A5-4E13-B789-7B6F543F385A}" type="presOf" srcId="{8BF8524D-A0D9-41F3-8C90-9EF7F97E7DA9}" destId="{923A204C-6EF8-43D3-80EB-CBB049A67793}" srcOrd="0" destOrd="0" presId="urn:microsoft.com/office/officeart/2005/8/layout/vProcess5"/>
    <dgm:cxn modelId="{2D583788-DE7A-4666-A232-24070E04C147}" srcId="{DD21F35E-E352-492B-AD7F-42D1E49FA6F3}" destId="{C4AE5D46-0D01-4D4E-9EBA-993BD0032647}" srcOrd="0" destOrd="0" parTransId="{3609AD9D-D531-42B6-A304-54AEDE19CDBB}" sibTransId="{8BF8524D-A0D9-41F3-8C90-9EF7F97E7DA9}"/>
    <dgm:cxn modelId="{0F060E55-7589-4A1E-8D60-C61A7344367F}" type="presOf" srcId="{8393D0C0-C9A3-4B8C-8B4A-C5943D6D3971}" destId="{889ED960-5F88-4F3C-8807-ACAD4EE993A0}" srcOrd="0" destOrd="0" presId="urn:microsoft.com/office/officeart/2005/8/layout/vProcess5"/>
    <dgm:cxn modelId="{EF4871C2-244D-453C-AB8F-E952272B3998}" type="presParOf" srcId="{EF6DD775-51E8-4A8D-A157-32C0FFE2B234}" destId="{F2A85BF6-0390-46A5-B7A6-E9989533D4EE}" srcOrd="0" destOrd="0" presId="urn:microsoft.com/office/officeart/2005/8/layout/vProcess5"/>
    <dgm:cxn modelId="{090175AB-AA0C-4F48-8E41-ECE2B071C958}" type="presParOf" srcId="{EF6DD775-51E8-4A8D-A157-32C0FFE2B234}" destId="{5735DF6E-FE3E-4116-A780-656D1B9FA719}" srcOrd="1" destOrd="0" presId="urn:microsoft.com/office/officeart/2005/8/layout/vProcess5"/>
    <dgm:cxn modelId="{34CE31B8-73FD-43E9-8897-9F587C78DC52}" type="presParOf" srcId="{EF6DD775-51E8-4A8D-A157-32C0FFE2B234}" destId="{B77078A0-7F8C-42C2-8551-67BC05E41315}" srcOrd="2" destOrd="0" presId="urn:microsoft.com/office/officeart/2005/8/layout/vProcess5"/>
    <dgm:cxn modelId="{A83E7285-4786-4199-B9CF-813D915130CC}" type="presParOf" srcId="{EF6DD775-51E8-4A8D-A157-32C0FFE2B234}" destId="{2388C6A7-72BB-4767-8152-71D6094C21F9}" srcOrd="3" destOrd="0" presId="urn:microsoft.com/office/officeart/2005/8/layout/vProcess5"/>
    <dgm:cxn modelId="{2745A035-A411-4CDE-923C-9297BDBD3E27}" type="presParOf" srcId="{EF6DD775-51E8-4A8D-A157-32C0FFE2B234}" destId="{010AA024-8E18-4F9C-9DEF-3E3A4B80B423}" srcOrd="4" destOrd="0" presId="urn:microsoft.com/office/officeart/2005/8/layout/vProcess5"/>
    <dgm:cxn modelId="{A8FBB550-33B9-4D6F-8FCB-5292E75B7898}" type="presParOf" srcId="{EF6DD775-51E8-4A8D-A157-32C0FFE2B234}" destId="{889ED960-5F88-4F3C-8807-ACAD4EE993A0}" srcOrd="5" destOrd="0" presId="urn:microsoft.com/office/officeart/2005/8/layout/vProcess5"/>
    <dgm:cxn modelId="{8FA4BD1B-B323-4193-BBF8-3C0084CB7DAE}" type="presParOf" srcId="{EF6DD775-51E8-4A8D-A157-32C0FFE2B234}" destId="{923A204C-6EF8-43D3-80EB-CBB049A67793}" srcOrd="6" destOrd="0" presId="urn:microsoft.com/office/officeart/2005/8/layout/vProcess5"/>
    <dgm:cxn modelId="{C7C47C05-C5E5-464A-89CF-29177BE354C3}" type="presParOf" srcId="{EF6DD775-51E8-4A8D-A157-32C0FFE2B234}" destId="{46EADB6C-4823-419A-B23A-3BF60C19E628}" srcOrd="7" destOrd="0" presId="urn:microsoft.com/office/officeart/2005/8/layout/vProcess5"/>
    <dgm:cxn modelId="{6E8E261A-4B68-40C3-AD94-D6547A49846B}" type="presParOf" srcId="{EF6DD775-51E8-4A8D-A157-32C0FFE2B234}" destId="{681CE3B4-BAD7-4673-A449-A2B2464C14DE}" srcOrd="8" destOrd="0" presId="urn:microsoft.com/office/officeart/2005/8/layout/vProcess5"/>
    <dgm:cxn modelId="{CF06CD1D-2BFA-4D19-A020-22F9FF2C6A75}" type="presParOf" srcId="{EF6DD775-51E8-4A8D-A157-32C0FFE2B234}" destId="{47FA7BF2-8D05-4381-BDB6-ACCBADC34DC9}" srcOrd="9" destOrd="0" presId="urn:microsoft.com/office/officeart/2005/8/layout/vProcess5"/>
    <dgm:cxn modelId="{8FEF85CF-9432-4BD6-B471-D3D21A88205C}" type="presParOf" srcId="{EF6DD775-51E8-4A8D-A157-32C0FFE2B234}" destId="{F2715639-17C2-458E-8887-64813A79998B}" srcOrd="10" destOrd="0" presId="urn:microsoft.com/office/officeart/2005/8/layout/vProcess5"/>
    <dgm:cxn modelId="{E68B0524-BB5B-4A84-ADD2-E4608F106EB6}" type="presParOf" srcId="{EF6DD775-51E8-4A8D-A157-32C0FFE2B234}" destId="{4A47EE2C-D026-48EE-B8DC-208E891ABA1C}" srcOrd="11" destOrd="0" presId="urn:microsoft.com/office/officeart/2005/8/layout/vProcess5"/>
    <dgm:cxn modelId="{5DC11043-2474-408E-A0EA-031FFA25F10F}" type="presParOf" srcId="{EF6DD775-51E8-4A8D-A157-32C0FFE2B234}" destId="{78DF2891-8107-4FA3-8149-85B3DCAE05CF}" srcOrd="12" destOrd="0" presId="urn:microsoft.com/office/officeart/2005/8/layout/vProcess5"/>
    <dgm:cxn modelId="{577313C3-3AF7-40BF-B331-AE3D654C7A2F}" type="presParOf" srcId="{EF6DD775-51E8-4A8D-A157-32C0FFE2B234}" destId="{F3AAC9F5-9035-4D87-A82A-CCBEF77EC73B}" srcOrd="13" destOrd="0" presId="urn:microsoft.com/office/officeart/2005/8/layout/vProcess5"/>
    <dgm:cxn modelId="{FB8BB372-1EB6-4F80-A3CD-D09A745A378D}" type="presParOf" srcId="{EF6DD775-51E8-4A8D-A157-32C0FFE2B234}" destId="{CC1AF325-E365-4016-A7A8-1B2DCE9DA3A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54858F-7EE6-454D-9068-02F0EBE24919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96E8A4-D10D-41CC-88CE-9624267CFF54}">
      <dgm:prSet/>
      <dgm:spPr/>
      <dgm:t>
        <a:bodyPr/>
        <a:lstStyle/>
        <a:p>
          <a:r>
            <a:rPr lang="en-US"/>
            <a:t>Use Case 1 — Early Warning for Approaching Drivers</a:t>
          </a:r>
        </a:p>
      </dgm:t>
    </dgm:pt>
    <dgm:pt modelId="{1F02CB51-40BD-4AC0-8D74-EB6DE410A724}" type="parTrans" cxnId="{C5B9C659-51E6-481A-BE4F-0BDF8AAC8D0B}">
      <dgm:prSet/>
      <dgm:spPr/>
      <dgm:t>
        <a:bodyPr/>
        <a:lstStyle/>
        <a:p>
          <a:endParaRPr lang="en-US"/>
        </a:p>
      </dgm:t>
    </dgm:pt>
    <dgm:pt modelId="{F8C40D0F-3534-4839-8200-82D2F4291DCD}" type="sibTrans" cxnId="{C5B9C659-51E6-481A-BE4F-0BDF8AAC8D0B}">
      <dgm:prSet/>
      <dgm:spPr/>
      <dgm:t>
        <a:bodyPr/>
        <a:lstStyle/>
        <a:p>
          <a:endParaRPr lang="en-US"/>
        </a:p>
      </dgm:t>
    </dgm:pt>
    <dgm:pt modelId="{3D89C90F-2CB1-46F1-A710-126250FD3C7A}">
      <dgm:prSet/>
      <dgm:spPr/>
      <dgm:t>
        <a:bodyPr/>
        <a:lstStyle/>
        <a:p>
          <a:r>
            <a:rPr lang="en-US"/>
            <a:t>Goal - Prevent drivers from overshooting or blocking the crosswalk by issuing risk-based early warnings</a:t>
          </a:r>
        </a:p>
      </dgm:t>
    </dgm:pt>
    <dgm:pt modelId="{51AB386E-E690-4805-98FD-6FDD1F81A9E2}" type="parTrans" cxnId="{571655AF-604B-4F36-8894-54B65CEB2E3C}">
      <dgm:prSet/>
      <dgm:spPr/>
      <dgm:t>
        <a:bodyPr/>
        <a:lstStyle/>
        <a:p>
          <a:endParaRPr lang="en-US"/>
        </a:p>
      </dgm:t>
    </dgm:pt>
    <dgm:pt modelId="{F154AEF7-EAA2-433C-A86A-E4734F9C4EE0}" type="sibTrans" cxnId="{571655AF-604B-4F36-8894-54B65CEB2E3C}">
      <dgm:prSet/>
      <dgm:spPr/>
      <dgm:t>
        <a:bodyPr/>
        <a:lstStyle/>
        <a:p>
          <a:endParaRPr lang="en-US"/>
        </a:p>
      </dgm:t>
    </dgm:pt>
    <dgm:pt modelId="{0A3FF89E-8C61-4FC9-BD1D-E45782942063}">
      <dgm:prSet/>
      <dgm:spPr/>
      <dgm:t>
        <a:bodyPr/>
        <a:lstStyle/>
        <a:p>
          <a:r>
            <a:rPr lang="en-US"/>
            <a:t>Trigger - Vehicle approaches a crosswalk and the system detects increasing stopping risk</a:t>
          </a:r>
        </a:p>
      </dgm:t>
    </dgm:pt>
    <dgm:pt modelId="{B2AEAC30-AB6F-4B04-ADAC-00BFFC57B027}" type="parTrans" cxnId="{5FB3641A-38F0-4CF0-9AF0-11A96965DD06}">
      <dgm:prSet/>
      <dgm:spPr/>
      <dgm:t>
        <a:bodyPr/>
        <a:lstStyle/>
        <a:p>
          <a:endParaRPr lang="en-US"/>
        </a:p>
      </dgm:t>
    </dgm:pt>
    <dgm:pt modelId="{685831A2-B7C0-4C97-88B6-5BB13DEC50B7}" type="sibTrans" cxnId="{5FB3641A-38F0-4CF0-9AF0-11A96965DD06}">
      <dgm:prSet/>
      <dgm:spPr/>
      <dgm:t>
        <a:bodyPr/>
        <a:lstStyle/>
        <a:p>
          <a:endParaRPr lang="en-US"/>
        </a:p>
      </dgm:t>
    </dgm:pt>
    <dgm:pt modelId="{E87370B7-D2CB-446C-80BD-2611788A9E0A}">
      <dgm:prSet/>
      <dgm:spPr/>
      <dgm:t>
        <a:bodyPr/>
        <a:lstStyle/>
        <a:p>
          <a:r>
            <a:rPr lang="en-US"/>
            <a:t>Alert window -100–200 metres before the crosswalk — enough time to brake smoothly</a:t>
          </a:r>
        </a:p>
      </dgm:t>
    </dgm:pt>
    <dgm:pt modelId="{97A2167B-AD9E-4AF9-8741-31728167924D}" type="parTrans" cxnId="{DBBCC934-FB69-43C6-A1FD-DEDDF9279606}">
      <dgm:prSet/>
      <dgm:spPr/>
      <dgm:t>
        <a:bodyPr/>
        <a:lstStyle/>
        <a:p>
          <a:endParaRPr lang="en-US"/>
        </a:p>
      </dgm:t>
    </dgm:pt>
    <dgm:pt modelId="{50B66DA0-60BE-41FD-B3AF-20C1E762352C}" type="sibTrans" cxnId="{DBBCC934-FB69-43C6-A1FD-DEDDF9279606}">
      <dgm:prSet/>
      <dgm:spPr/>
      <dgm:t>
        <a:bodyPr/>
        <a:lstStyle/>
        <a:p>
          <a:endParaRPr lang="en-US"/>
        </a:p>
      </dgm:t>
    </dgm:pt>
    <dgm:pt modelId="{167BEA82-475A-43C1-8896-569CF86FEEB6}">
      <dgm:prSet/>
      <dgm:spPr/>
      <dgm:t>
        <a:bodyPr/>
        <a:lstStyle/>
        <a:p>
          <a:r>
            <a:rPr lang="en-US"/>
            <a:t>Core insight- The danger is not the crosswalk itself — it is the combination of speed, road condition, and available stopping distance</a:t>
          </a:r>
        </a:p>
      </dgm:t>
    </dgm:pt>
    <dgm:pt modelId="{71F209EA-7AD5-4265-A980-8FE611A04DD2}" type="parTrans" cxnId="{51D25685-7E44-4FA6-BA72-8178E20D11F1}">
      <dgm:prSet/>
      <dgm:spPr/>
      <dgm:t>
        <a:bodyPr/>
        <a:lstStyle/>
        <a:p>
          <a:endParaRPr lang="en-US"/>
        </a:p>
      </dgm:t>
    </dgm:pt>
    <dgm:pt modelId="{7CA222C6-BB98-4579-9057-4F4CC9FDC463}" type="sibTrans" cxnId="{51D25685-7E44-4FA6-BA72-8178E20D11F1}">
      <dgm:prSet/>
      <dgm:spPr/>
      <dgm:t>
        <a:bodyPr/>
        <a:lstStyle/>
        <a:p>
          <a:endParaRPr lang="en-US"/>
        </a:p>
      </dgm:t>
    </dgm:pt>
    <dgm:pt modelId="{08232765-5457-4026-933E-CAE445830F7F}">
      <dgm:prSet/>
      <dgm:spPr/>
      <dgm:t>
        <a:bodyPr/>
        <a:lstStyle/>
        <a:p>
          <a:r>
            <a:rPr lang="en-US"/>
            <a:t>Why 100–200m?</a:t>
          </a:r>
        </a:p>
      </dgm:t>
    </dgm:pt>
    <dgm:pt modelId="{1B6F52FF-F057-478B-B64A-C30250FFC1BF}" type="parTrans" cxnId="{FD4F3256-B5A9-4FEE-AE48-C086CE06B16D}">
      <dgm:prSet/>
      <dgm:spPr/>
      <dgm:t>
        <a:bodyPr/>
        <a:lstStyle/>
        <a:p>
          <a:endParaRPr lang="en-US"/>
        </a:p>
      </dgm:t>
    </dgm:pt>
    <dgm:pt modelId="{5B5DC2A1-970A-4FC0-A642-416BB078781A}" type="sibTrans" cxnId="{FD4F3256-B5A9-4FEE-AE48-C086CE06B16D}">
      <dgm:prSet/>
      <dgm:spPr/>
      <dgm:t>
        <a:bodyPr/>
        <a:lstStyle/>
        <a:p>
          <a:endParaRPr lang="en-US"/>
        </a:p>
      </dgm:t>
    </dgm:pt>
    <dgm:pt modelId="{3A2175E8-6A19-4D9B-881A-698231D65FFB}">
      <dgm:prSet/>
      <dgm:spPr/>
      <dgm:t>
        <a:bodyPr/>
        <a:lstStyle/>
        <a:p>
          <a:r>
            <a:rPr lang="en-US"/>
            <a:t>At 50 km/h on dry road → stopping distance ~20m → safe</a:t>
          </a:r>
        </a:p>
      </dgm:t>
    </dgm:pt>
    <dgm:pt modelId="{5FFAFC14-A297-4560-940A-3C23498D55AB}" type="parTrans" cxnId="{01341E4B-8768-427E-BE81-04807010DECA}">
      <dgm:prSet/>
      <dgm:spPr/>
      <dgm:t>
        <a:bodyPr/>
        <a:lstStyle/>
        <a:p>
          <a:endParaRPr lang="en-US"/>
        </a:p>
      </dgm:t>
    </dgm:pt>
    <dgm:pt modelId="{D8865B85-FCEE-4B78-A443-0B93D1F618C9}" type="sibTrans" cxnId="{01341E4B-8768-427E-BE81-04807010DECA}">
      <dgm:prSet/>
      <dgm:spPr/>
      <dgm:t>
        <a:bodyPr/>
        <a:lstStyle/>
        <a:p>
          <a:endParaRPr lang="en-US"/>
        </a:p>
      </dgm:t>
    </dgm:pt>
    <dgm:pt modelId="{E5FE1484-050D-4B6F-900F-D93BD9D35EE8}">
      <dgm:prSet/>
      <dgm:spPr/>
      <dgm:t>
        <a:bodyPr/>
        <a:lstStyle/>
        <a:p>
          <a:r>
            <a:rPr lang="en-US"/>
            <a:t>At 50 km/h on ice → stopping distance ~50m → dangerous</a:t>
          </a:r>
        </a:p>
      </dgm:t>
    </dgm:pt>
    <dgm:pt modelId="{BC7A3480-67A5-4F9E-9518-5D73834C0403}" type="parTrans" cxnId="{08CD909A-04FD-42C8-B1FE-612DED7F4256}">
      <dgm:prSet/>
      <dgm:spPr/>
      <dgm:t>
        <a:bodyPr/>
        <a:lstStyle/>
        <a:p>
          <a:endParaRPr lang="en-US"/>
        </a:p>
      </dgm:t>
    </dgm:pt>
    <dgm:pt modelId="{A689B443-3421-4926-A9B7-A6135A96E995}" type="sibTrans" cxnId="{08CD909A-04FD-42C8-B1FE-612DED7F4256}">
      <dgm:prSet/>
      <dgm:spPr/>
      <dgm:t>
        <a:bodyPr/>
        <a:lstStyle/>
        <a:p>
          <a:endParaRPr lang="en-US"/>
        </a:p>
      </dgm:t>
    </dgm:pt>
    <dgm:pt modelId="{05766EDC-013C-4821-AFCE-D2DEB2C1A597}">
      <dgm:prSet/>
      <dgm:spPr/>
      <dgm:t>
        <a:bodyPr/>
        <a:lstStyle/>
        <a:p>
          <a:r>
            <a:rPr lang="en-US"/>
            <a:t>Issuing the alert at 100–200m gives the driver the full distance to respond without panic braking</a:t>
          </a:r>
        </a:p>
      </dgm:t>
    </dgm:pt>
    <dgm:pt modelId="{A9D88FE5-79AB-4EF0-ACD0-2961F9E9948E}" type="parTrans" cxnId="{488B77DF-A6A4-4CA0-A939-489A8CC77EC5}">
      <dgm:prSet/>
      <dgm:spPr/>
      <dgm:t>
        <a:bodyPr/>
        <a:lstStyle/>
        <a:p>
          <a:endParaRPr lang="en-US"/>
        </a:p>
      </dgm:t>
    </dgm:pt>
    <dgm:pt modelId="{F09633A1-E18C-4156-9DD8-8E6C31BC1FBD}" type="sibTrans" cxnId="{488B77DF-A6A4-4CA0-A939-489A8CC77EC5}">
      <dgm:prSet/>
      <dgm:spPr/>
      <dgm:t>
        <a:bodyPr/>
        <a:lstStyle/>
        <a:p>
          <a:endParaRPr lang="en-US"/>
        </a:p>
      </dgm:t>
    </dgm:pt>
    <dgm:pt modelId="{9160F363-96D6-4E5B-B791-68809247F4EA}" type="pres">
      <dgm:prSet presAssocID="{7854858F-7EE6-454D-9068-02F0EBE2491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2479844-534C-4084-AB01-C28472F8A2F8}" type="pres">
      <dgm:prSet presAssocID="{C996E8A4-D10D-41CC-88CE-9624267CFF54}" presName="composite" presStyleCnt="0"/>
      <dgm:spPr/>
    </dgm:pt>
    <dgm:pt modelId="{3E1B61DF-91E8-4F52-A651-1444720BC2D9}" type="pres">
      <dgm:prSet presAssocID="{C996E8A4-D10D-41CC-88CE-9624267CFF5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16D8D7-39D1-4225-93C5-1F95C4854778}" type="pres">
      <dgm:prSet presAssocID="{C996E8A4-D10D-41CC-88CE-9624267CFF54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5FCEF9-DF23-4652-97B1-BE4439B8F3CF}" type="pres">
      <dgm:prSet presAssocID="{F8C40D0F-3534-4839-8200-82D2F4291DCD}" presName="space" presStyleCnt="0"/>
      <dgm:spPr/>
    </dgm:pt>
    <dgm:pt modelId="{4AA87812-4BC1-43F3-A25E-0D2C014FEA54}" type="pres">
      <dgm:prSet presAssocID="{08232765-5457-4026-933E-CAE445830F7F}" presName="composite" presStyleCnt="0"/>
      <dgm:spPr/>
    </dgm:pt>
    <dgm:pt modelId="{7A133928-A711-4F20-B20E-D40379C2811F}" type="pres">
      <dgm:prSet presAssocID="{08232765-5457-4026-933E-CAE445830F7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794929-0341-4700-9613-6B9EC4FA3014}" type="pres">
      <dgm:prSet presAssocID="{08232765-5457-4026-933E-CAE445830F7F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CD909A-04FD-42C8-B1FE-612DED7F4256}" srcId="{08232765-5457-4026-933E-CAE445830F7F}" destId="{E5FE1484-050D-4B6F-900F-D93BD9D35EE8}" srcOrd="1" destOrd="0" parTransId="{BC7A3480-67A5-4F9E-9518-5D73834C0403}" sibTransId="{A689B443-3421-4926-A9B7-A6135A96E995}"/>
    <dgm:cxn modelId="{51D25685-7E44-4FA6-BA72-8178E20D11F1}" srcId="{C996E8A4-D10D-41CC-88CE-9624267CFF54}" destId="{167BEA82-475A-43C1-8896-569CF86FEEB6}" srcOrd="3" destOrd="0" parTransId="{71F209EA-7AD5-4265-A980-8FE611A04DD2}" sibTransId="{7CA222C6-BB98-4579-9057-4F4CC9FDC463}"/>
    <dgm:cxn modelId="{3C28B9A3-8985-4A46-9D26-1D1557B645E3}" type="presOf" srcId="{C996E8A4-D10D-41CC-88CE-9624267CFF54}" destId="{3E1B61DF-91E8-4F52-A651-1444720BC2D9}" srcOrd="0" destOrd="0" presId="urn:microsoft.com/office/officeart/2005/8/layout/hList1"/>
    <dgm:cxn modelId="{848D3C09-AC9C-4383-926A-2FF311E07012}" type="presOf" srcId="{E87370B7-D2CB-446C-80BD-2611788A9E0A}" destId="{E716D8D7-39D1-4225-93C5-1F95C4854778}" srcOrd="0" destOrd="2" presId="urn:microsoft.com/office/officeart/2005/8/layout/hList1"/>
    <dgm:cxn modelId="{DBBCC934-FB69-43C6-A1FD-DEDDF9279606}" srcId="{C996E8A4-D10D-41CC-88CE-9624267CFF54}" destId="{E87370B7-D2CB-446C-80BD-2611788A9E0A}" srcOrd="2" destOrd="0" parTransId="{97A2167B-AD9E-4AF9-8741-31728167924D}" sibTransId="{50B66DA0-60BE-41FD-B3AF-20C1E762352C}"/>
    <dgm:cxn modelId="{01341E4B-8768-427E-BE81-04807010DECA}" srcId="{08232765-5457-4026-933E-CAE445830F7F}" destId="{3A2175E8-6A19-4D9B-881A-698231D65FFB}" srcOrd="0" destOrd="0" parTransId="{5FFAFC14-A297-4560-940A-3C23498D55AB}" sibTransId="{D8865B85-FCEE-4B78-A443-0B93D1F618C9}"/>
    <dgm:cxn modelId="{AA1E8B04-CD8D-46F9-9DD3-BAFC3381952C}" type="presOf" srcId="{05766EDC-013C-4821-AFCE-D2DEB2C1A597}" destId="{71794929-0341-4700-9613-6B9EC4FA3014}" srcOrd="0" destOrd="2" presId="urn:microsoft.com/office/officeart/2005/8/layout/hList1"/>
    <dgm:cxn modelId="{C5B9C659-51E6-481A-BE4F-0BDF8AAC8D0B}" srcId="{7854858F-7EE6-454D-9068-02F0EBE24919}" destId="{C996E8A4-D10D-41CC-88CE-9624267CFF54}" srcOrd="0" destOrd="0" parTransId="{1F02CB51-40BD-4AC0-8D74-EB6DE410A724}" sibTransId="{F8C40D0F-3534-4839-8200-82D2F4291DCD}"/>
    <dgm:cxn modelId="{488B77DF-A6A4-4CA0-A939-489A8CC77EC5}" srcId="{08232765-5457-4026-933E-CAE445830F7F}" destId="{05766EDC-013C-4821-AFCE-D2DEB2C1A597}" srcOrd="2" destOrd="0" parTransId="{A9D88FE5-79AB-4EF0-ACD0-2961F9E9948E}" sibTransId="{F09633A1-E18C-4156-9DD8-8E6C31BC1FBD}"/>
    <dgm:cxn modelId="{8A45D328-387E-478E-946A-DF1A4E296C34}" type="presOf" srcId="{167BEA82-475A-43C1-8896-569CF86FEEB6}" destId="{E716D8D7-39D1-4225-93C5-1F95C4854778}" srcOrd="0" destOrd="3" presId="urn:microsoft.com/office/officeart/2005/8/layout/hList1"/>
    <dgm:cxn modelId="{571655AF-604B-4F36-8894-54B65CEB2E3C}" srcId="{C996E8A4-D10D-41CC-88CE-9624267CFF54}" destId="{3D89C90F-2CB1-46F1-A710-126250FD3C7A}" srcOrd="0" destOrd="0" parTransId="{51AB386E-E690-4805-98FD-6FDD1F81A9E2}" sibTransId="{F154AEF7-EAA2-433C-A86A-E4734F9C4EE0}"/>
    <dgm:cxn modelId="{375BC983-77C3-4AA8-8DB1-C71C38CFE141}" type="presOf" srcId="{E5FE1484-050D-4B6F-900F-D93BD9D35EE8}" destId="{71794929-0341-4700-9613-6B9EC4FA3014}" srcOrd="0" destOrd="1" presId="urn:microsoft.com/office/officeart/2005/8/layout/hList1"/>
    <dgm:cxn modelId="{5FB3641A-38F0-4CF0-9AF0-11A96965DD06}" srcId="{C996E8A4-D10D-41CC-88CE-9624267CFF54}" destId="{0A3FF89E-8C61-4FC9-BD1D-E45782942063}" srcOrd="1" destOrd="0" parTransId="{B2AEAC30-AB6F-4B04-ADAC-00BFFC57B027}" sibTransId="{685831A2-B7C0-4C97-88B6-5BB13DEC50B7}"/>
    <dgm:cxn modelId="{FD4F3256-B5A9-4FEE-AE48-C086CE06B16D}" srcId="{7854858F-7EE6-454D-9068-02F0EBE24919}" destId="{08232765-5457-4026-933E-CAE445830F7F}" srcOrd="1" destOrd="0" parTransId="{1B6F52FF-F057-478B-B64A-C30250FFC1BF}" sibTransId="{5B5DC2A1-970A-4FC0-A642-416BB078781A}"/>
    <dgm:cxn modelId="{604178E0-8ADA-495B-B488-F6788B346628}" type="presOf" srcId="{3D89C90F-2CB1-46F1-A710-126250FD3C7A}" destId="{E716D8D7-39D1-4225-93C5-1F95C4854778}" srcOrd="0" destOrd="0" presId="urn:microsoft.com/office/officeart/2005/8/layout/hList1"/>
    <dgm:cxn modelId="{F39C6B64-7942-425A-B1B9-E91057DB388B}" type="presOf" srcId="{08232765-5457-4026-933E-CAE445830F7F}" destId="{7A133928-A711-4F20-B20E-D40379C2811F}" srcOrd="0" destOrd="0" presId="urn:microsoft.com/office/officeart/2005/8/layout/hList1"/>
    <dgm:cxn modelId="{113D79A1-AD4E-4A0E-9694-6B8D9C151637}" type="presOf" srcId="{0A3FF89E-8C61-4FC9-BD1D-E45782942063}" destId="{E716D8D7-39D1-4225-93C5-1F95C4854778}" srcOrd="0" destOrd="1" presId="urn:microsoft.com/office/officeart/2005/8/layout/hList1"/>
    <dgm:cxn modelId="{7E2D76AE-C439-4BC2-B6B2-844F5DF9FA8B}" type="presOf" srcId="{3A2175E8-6A19-4D9B-881A-698231D65FFB}" destId="{71794929-0341-4700-9613-6B9EC4FA3014}" srcOrd="0" destOrd="0" presId="urn:microsoft.com/office/officeart/2005/8/layout/hList1"/>
    <dgm:cxn modelId="{B52E24DB-39CB-45E6-A3A6-A4B3BB5595C3}" type="presOf" srcId="{7854858F-7EE6-454D-9068-02F0EBE24919}" destId="{9160F363-96D6-4E5B-B791-68809247F4EA}" srcOrd="0" destOrd="0" presId="urn:microsoft.com/office/officeart/2005/8/layout/hList1"/>
    <dgm:cxn modelId="{A25DE628-25FC-4142-8A38-AD7B04D7B5FF}" type="presParOf" srcId="{9160F363-96D6-4E5B-B791-68809247F4EA}" destId="{82479844-534C-4084-AB01-C28472F8A2F8}" srcOrd="0" destOrd="0" presId="urn:microsoft.com/office/officeart/2005/8/layout/hList1"/>
    <dgm:cxn modelId="{66A60A29-2B3C-4EDE-841D-4444806CF324}" type="presParOf" srcId="{82479844-534C-4084-AB01-C28472F8A2F8}" destId="{3E1B61DF-91E8-4F52-A651-1444720BC2D9}" srcOrd="0" destOrd="0" presId="urn:microsoft.com/office/officeart/2005/8/layout/hList1"/>
    <dgm:cxn modelId="{761D4B1E-3B0C-429C-8581-317F9C8CC747}" type="presParOf" srcId="{82479844-534C-4084-AB01-C28472F8A2F8}" destId="{E716D8D7-39D1-4225-93C5-1F95C4854778}" srcOrd="1" destOrd="0" presId="urn:microsoft.com/office/officeart/2005/8/layout/hList1"/>
    <dgm:cxn modelId="{9DD018E4-0365-430B-962F-12D895E49D03}" type="presParOf" srcId="{9160F363-96D6-4E5B-B791-68809247F4EA}" destId="{345FCEF9-DF23-4652-97B1-BE4439B8F3CF}" srcOrd="1" destOrd="0" presId="urn:microsoft.com/office/officeart/2005/8/layout/hList1"/>
    <dgm:cxn modelId="{4D79D131-1767-4180-AEFC-59B6091A28D9}" type="presParOf" srcId="{9160F363-96D6-4E5B-B791-68809247F4EA}" destId="{4AA87812-4BC1-43F3-A25E-0D2C014FEA54}" srcOrd="2" destOrd="0" presId="urn:microsoft.com/office/officeart/2005/8/layout/hList1"/>
    <dgm:cxn modelId="{AFF7E7DD-7065-446F-9ABB-41FD3EFADAE5}" type="presParOf" srcId="{4AA87812-4BC1-43F3-A25E-0D2C014FEA54}" destId="{7A133928-A711-4F20-B20E-D40379C2811F}" srcOrd="0" destOrd="0" presId="urn:microsoft.com/office/officeart/2005/8/layout/hList1"/>
    <dgm:cxn modelId="{FDBD022F-5CB7-4B48-8FE0-9434EE2E7316}" type="presParOf" srcId="{4AA87812-4BC1-43F3-A25E-0D2C014FEA54}" destId="{71794929-0341-4700-9613-6B9EC4FA30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1354A1-D6A3-4D91-97A8-A4A416C1A33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066CA3-72A6-4ED6-828A-416DACDFB7A6}">
      <dgm:prSet/>
      <dgm:spPr/>
      <dgm:t>
        <a:bodyPr/>
        <a:lstStyle/>
        <a:p>
          <a:r>
            <a:rPr lang="en-US"/>
            <a:t>1. Computer vision detects the crosswalk and approaching vehicle.</a:t>
          </a:r>
        </a:p>
      </dgm:t>
    </dgm:pt>
    <dgm:pt modelId="{04A3D269-2E40-402E-A6FF-126A851300C9}" type="parTrans" cxnId="{4071D213-C260-4FAC-A88F-46D07BAE1C38}">
      <dgm:prSet/>
      <dgm:spPr/>
      <dgm:t>
        <a:bodyPr/>
        <a:lstStyle/>
        <a:p>
          <a:endParaRPr lang="en-US"/>
        </a:p>
      </dgm:t>
    </dgm:pt>
    <dgm:pt modelId="{29107C8B-744F-43ED-98BF-3D2C62D31D5C}" type="sibTrans" cxnId="{4071D213-C260-4FAC-A88F-46D07BAE1C38}">
      <dgm:prSet/>
      <dgm:spPr/>
      <dgm:t>
        <a:bodyPr/>
        <a:lstStyle/>
        <a:p>
          <a:endParaRPr lang="en-US"/>
        </a:p>
      </dgm:t>
    </dgm:pt>
    <dgm:pt modelId="{DB338585-10BC-4777-8870-FA6AC77A3F17}">
      <dgm:prSet/>
      <dgm:spPr/>
      <dgm:t>
        <a:bodyPr/>
        <a:lstStyle/>
        <a:p>
          <a:r>
            <a:rPr lang="en-US"/>
            <a:t>2. System estimates vehicle speed and distance to crosswalk</a:t>
          </a:r>
        </a:p>
      </dgm:t>
    </dgm:pt>
    <dgm:pt modelId="{2CB46A87-F684-48BA-A17F-57DA8C5F1037}" type="parTrans" cxnId="{C21AFEBA-668F-4C29-959F-8D34DC7013F6}">
      <dgm:prSet/>
      <dgm:spPr/>
      <dgm:t>
        <a:bodyPr/>
        <a:lstStyle/>
        <a:p>
          <a:endParaRPr lang="en-US"/>
        </a:p>
      </dgm:t>
    </dgm:pt>
    <dgm:pt modelId="{20203723-12B7-4CCC-A16D-60EF6F8BF532}" type="sibTrans" cxnId="{C21AFEBA-668F-4C29-959F-8D34DC7013F6}">
      <dgm:prSet/>
      <dgm:spPr/>
      <dgm:t>
        <a:bodyPr/>
        <a:lstStyle/>
        <a:p>
          <a:endParaRPr lang="en-US"/>
        </a:p>
      </dgm:t>
    </dgm:pt>
    <dgm:pt modelId="{984F3FB6-E263-4D1D-8D4F-1792C46ED6FE}">
      <dgm:prSet/>
      <dgm:spPr/>
      <dgm:t>
        <a:bodyPr/>
        <a:lstStyle/>
        <a:p>
          <a:r>
            <a:rPr lang="en-US"/>
            <a:t>3. System classifies road condition (DRY / SNOW / ICE)</a:t>
          </a:r>
        </a:p>
      </dgm:t>
    </dgm:pt>
    <dgm:pt modelId="{4B8EA9E7-43CE-4A7E-868B-6E2B9D8AA161}" type="parTrans" cxnId="{841A4B26-8C24-4E79-BFEC-728FC227C092}">
      <dgm:prSet/>
      <dgm:spPr/>
      <dgm:t>
        <a:bodyPr/>
        <a:lstStyle/>
        <a:p>
          <a:endParaRPr lang="en-US"/>
        </a:p>
      </dgm:t>
    </dgm:pt>
    <dgm:pt modelId="{A7DAEB1B-CEDE-4585-8E9A-F764ACC77522}" type="sibTrans" cxnId="{841A4B26-8C24-4E79-BFEC-728FC227C092}">
      <dgm:prSet/>
      <dgm:spPr/>
      <dgm:t>
        <a:bodyPr/>
        <a:lstStyle/>
        <a:p>
          <a:endParaRPr lang="en-US"/>
        </a:p>
      </dgm:t>
    </dgm:pt>
    <dgm:pt modelId="{66FE5803-DF89-40DD-8EED-80C602CC1C37}">
      <dgm:prSet/>
      <dgm:spPr/>
      <dgm:t>
        <a:bodyPr/>
        <a:lstStyle/>
        <a:p>
          <a:r>
            <a:rPr lang="en-US"/>
            <a:t>4. ML model calculates a risk score using all inputs</a:t>
          </a:r>
        </a:p>
      </dgm:t>
    </dgm:pt>
    <dgm:pt modelId="{2A926F9B-21BA-4AD7-A2C2-4A94BD348C8F}" type="parTrans" cxnId="{4D9C78D6-0DA4-4A9F-ACFE-A28D800020A8}">
      <dgm:prSet/>
      <dgm:spPr/>
      <dgm:t>
        <a:bodyPr/>
        <a:lstStyle/>
        <a:p>
          <a:endParaRPr lang="en-US"/>
        </a:p>
      </dgm:t>
    </dgm:pt>
    <dgm:pt modelId="{67284927-8A8E-4865-BC7F-11CEB4D91F06}" type="sibTrans" cxnId="{4D9C78D6-0DA4-4A9F-ACFE-A28D800020A8}">
      <dgm:prSet/>
      <dgm:spPr/>
      <dgm:t>
        <a:bodyPr/>
        <a:lstStyle/>
        <a:p>
          <a:endParaRPr lang="en-US"/>
        </a:p>
      </dgm:t>
    </dgm:pt>
    <dgm:pt modelId="{6A74D58C-AD75-45C0-B12D-FA7F98F78517}">
      <dgm:prSet/>
      <dgm:spPr/>
      <dgm:t>
        <a:bodyPr/>
        <a:lstStyle/>
        <a:p>
          <a:r>
            <a:rPr lang="en-US"/>
            <a:t>5. If risk exceeds threshold → early warning issued</a:t>
          </a:r>
        </a:p>
      </dgm:t>
    </dgm:pt>
    <dgm:pt modelId="{4440581A-7A0D-4593-9853-C7699113F158}" type="parTrans" cxnId="{E183FA50-70A9-40BC-A3DA-348117457198}">
      <dgm:prSet/>
      <dgm:spPr/>
      <dgm:t>
        <a:bodyPr/>
        <a:lstStyle/>
        <a:p>
          <a:endParaRPr lang="en-US"/>
        </a:p>
      </dgm:t>
    </dgm:pt>
    <dgm:pt modelId="{024BA530-42D8-4999-8C56-AD6D3C4510CF}" type="sibTrans" cxnId="{E183FA50-70A9-40BC-A3DA-348117457198}">
      <dgm:prSet/>
      <dgm:spPr/>
      <dgm:t>
        <a:bodyPr/>
        <a:lstStyle/>
        <a:p>
          <a:endParaRPr lang="en-US"/>
        </a:p>
      </dgm:t>
    </dgm:pt>
    <dgm:pt modelId="{DAB29C18-735A-4736-837B-FDF100A8742F}">
      <dgm:prSet/>
      <dgm:spPr/>
      <dgm:t>
        <a:bodyPr/>
        <a:lstStyle/>
        <a:p>
          <a:r>
            <a:rPr lang="en-US"/>
            <a:t>6. Driver slows down → alert auto-dismisses</a:t>
          </a:r>
        </a:p>
      </dgm:t>
    </dgm:pt>
    <dgm:pt modelId="{5AED4BEE-95C2-4ED2-A9BF-EF8E3B69E093}" type="parTrans" cxnId="{2C673ED4-E594-40C8-899E-92086D4097BC}">
      <dgm:prSet/>
      <dgm:spPr/>
      <dgm:t>
        <a:bodyPr/>
        <a:lstStyle/>
        <a:p>
          <a:endParaRPr lang="en-US"/>
        </a:p>
      </dgm:t>
    </dgm:pt>
    <dgm:pt modelId="{F95A6F05-E082-4F98-839D-4F5EEB81CF9A}" type="sibTrans" cxnId="{2C673ED4-E594-40C8-899E-92086D4097BC}">
      <dgm:prSet/>
      <dgm:spPr/>
      <dgm:t>
        <a:bodyPr/>
        <a:lstStyle/>
        <a:p>
          <a:endParaRPr lang="en-US"/>
        </a:p>
      </dgm:t>
    </dgm:pt>
    <dgm:pt modelId="{256DC18D-B1D7-4E34-86CE-42CBF425E9A3}">
      <dgm:prSet/>
      <dgm:spPr/>
      <dgm:t>
        <a:bodyPr/>
        <a:lstStyle/>
        <a:p>
          <a:r>
            <a:rPr lang="en-US"/>
            <a:t>7. Vehicle stops safely before crosswalk</a:t>
          </a:r>
        </a:p>
      </dgm:t>
    </dgm:pt>
    <dgm:pt modelId="{321FA6CC-09B5-4772-B5CF-C4A1DDC74782}" type="parTrans" cxnId="{C81AD9E1-9E98-4447-B885-FFF62D2A32B5}">
      <dgm:prSet/>
      <dgm:spPr/>
      <dgm:t>
        <a:bodyPr/>
        <a:lstStyle/>
        <a:p>
          <a:endParaRPr lang="en-US"/>
        </a:p>
      </dgm:t>
    </dgm:pt>
    <dgm:pt modelId="{5B7355BF-ECDE-4A24-8FBE-6712A8D1794B}" type="sibTrans" cxnId="{C81AD9E1-9E98-4447-B885-FFF62D2A32B5}">
      <dgm:prSet/>
      <dgm:spPr/>
      <dgm:t>
        <a:bodyPr/>
        <a:lstStyle/>
        <a:p>
          <a:endParaRPr lang="en-US"/>
        </a:p>
      </dgm:t>
    </dgm:pt>
    <dgm:pt modelId="{4ECA3930-B2E1-41C0-8704-C186EEE42721}" type="pres">
      <dgm:prSet presAssocID="{AA1354A1-D6A3-4D91-97A8-A4A416C1A33A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CFA265-E2BF-4301-B2F4-3EFA06529C0A}" type="pres">
      <dgm:prSet presAssocID="{0D066CA3-72A6-4ED6-828A-416DACDFB7A6}" presName="compNode" presStyleCnt="0"/>
      <dgm:spPr/>
    </dgm:pt>
    <dgm:pt modelId="{77E75049-9A8A-45E8-A0EE-524E811B9471}" type="pres">
      <dgm:prSet presAssocID="{0D066CA3-72A6-4ED6-828A-416DACDFB7A6}" presName="bgRect" presStyleLbl="bgShp" presStyleIdx="0" presStyleCnt="7"/>
      <dgm:spPr/>
    </dgm:pt>
    <dgm:pt modelId="{CE5EF546-45ED-4F9E-BF29-7E14F1B38D4A}" type="pres">
      <dgm:prSet presAssocID="{0D066CA3-72A6-4ED6-828A-416DACDFB7A6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Bus"/>
        </a:ext>
      </dgm:extLst>
    </dgm:pt>
    <dgm:pt modelId="{2B226937-2F80-43E9-A474-48DBB07F456C}" type="pres">
      <dgm:prSet presAssocID="{0D066CA3-72A6-4ED6-828A-416DACDFB7A6}" presName="spaceRect" presStyleCnt="0"/>
      <dgm:spPr/>
    </dgm:pt>
    <dgm:pt modelId="{B16C169E-1E02-45D4-AFE8-56A24DFEE3FB}" type="pres">
      <dgm:prSet presAssocID="{0D066CA3-72A6-4ED6-828A-416DACDFB7A6}" presName="parTx" presStyleLbl="revTx" presStyleIdx="0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B1893A5-0BF1-406C-9683-D0502CEBB950}" type="pres">
      <dgm:prSet presAssocID="{29107C8B-744F-43ED-98BF-3D2C62D31D5C}" presName="sibTrans" presStyleCnt="0"/>
      <dgm:spPr/>
    </dgm:pt>
    <dgm:pt modelId="{9109CA50-19BD-4F2C-A883-F37E3D647232}" type="pres">
      <dgm:prSet presAssocID="{DB338585-10BC-4777-8870-FA6AC77A3F17}" presName="compNode" presStyleCnt="0"/>
      <dgm:spPr/>
    </dgm:pt>
    <dgm:pt modelId="{0929F472-1EF9-4A6B-B1CE-904C8E49F579}" type="pres">
      <dgm:prSet presAssocID="{DB338585-10BC-4777-8870-FA6AC77A3F17}" presName="bgRect" presStyleLbl="bgShp" presStyleIdx="1" presStyleCnt="7"/>
      <dgm:spPr/>
    </dgm:pt>
    <dgm:pt modelId="{811736EC-30BE-4ECA-A6E8-D0769E23DCBB}" type="pres">
      <dgm:prSet presAssocID="{DB338585-10BC-4777-8870-FA6AC77A3F1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ar"/>
        </a:ext>
      </dgm:extLst>
    </dgm:pt>
    <dgm:pt modelId="{403961A8-AB0D-444E-86F4-FC823F3A1F06}" type="pres">
      <dgm:prSet presAssocID="{DB338585-10BC-4777-8870-FA6AC77A3F17}" presName="spaceRect" presStyleCnt="0"/>
      <dgm:spPr/>
    </dgm:pt>
    <dgm:pt modelId="{48AFF351-7E7C-4282-803A-ABB94396AF12}" type="pres">
      <dgm:prSet presAssocID="{DB338585-10BC-4777-8870-FA6AC77A3F17}" presName="parTx" presStyleLbl="revTx" presStyleIdx="1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E26C27E-A01B-438A-BC11-E2F19EE08A2D}" type="pres">
      <dgm:prSet presAssocID="{20203723-12B7-4CCC-A16D-60EF6F8BF532}" presName="sibTrans" presStyleCnt="0"/>
      <dgm:spPr/>
    </dgm:pt>
    <dgm:pt modelId="{897F7763-30FB-4491-B7DF-907DE49B4AB0}" type="pres">
      <dgm:prSet presAssocID="{984F3FB6-E263-4D1D-8D4F-1792C46ED6FE}" presName="compNode" presStyleCnt="0"/>
      <dgm:spPr/>
    </dgm:pt>
    <dgm:pt modelId="{7F140EBF-926D-41A1-85EB-3CCCA03F95FF}" type="pres">
      <dgm:prSet presAssocID="{984F3FB6-E263-4D1D-8D4F-1792C46ED6FE}" presName="bgRect" presStyleLbl="bgShp" presStyleIdx="2" presStyleCnt="7"/>
      <dgm:spPr/>
    </dgm:pt>
    <dgm:pt modelId="{E2CB0142-BBB2-43DE-82DF-7FA7E9EE94FA}" type="pres">
      <dgm:prSet presAssocID="{984F3FB6-E263-4D1D-8D4F-1792C46ED6F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Snow"/>
        </a:ext>
      </dgm:extLst>
    </dgm:pt>
    <dgm:pt modelId="{C395F713-2294-411B-9E70-E52143F507C3}" type="pres">
      <dgm:prSet presAssocID="{984F3FB6-E263-4D1D-8D4F-1792C46ED6FE}" presName="spaceRect" presStyleCnt="0"/>
      <dgm:spPr/>
    </dgm:pt>
    <dgm:pt modelId="{A978874D-785C-4D0E-87D5-981EEFEBF6AF}" type="pres">
      <dgm:prSet presAssocID="{984F3FB6-E263-4D1D-8D4F-1792C46ED6FE}" presName="parTx" presStyleLbl="revTx" presStyleIdx="2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D270450-8119-48DF-9359-A5AEDD73BE95}" type="pres">
      <dgm:prSet presAssocID="{A7DAEB1B-CEDE-4585-8E9A-F764ACC77522}" presName="sibTrans" presStyleCnt="0"/>
      <dgm:spPr/>
    </dgm:pt>
    <dgm:pt modelId="{C392C3AB-1253-4D86-8D3F-D1EA710860E2}" type="pres">
      <dgm:prSet presAssocID="{66FE5803-DF89-40DD-8EED-80C602CC1C37}" presName="compNode" presStyleCnt="0"/>
      <dgm:spPr/>
    </dgm:pt>
    <dgm:pt modelId="{D1949F94-B770-4148-8B12-5A2ECA3840B9}" type="pres">
      <dgm:prSet presAssocID="{66FE5803-DF89-40DD-8EED-80C602CC1C37}" presName="bgRect" presStyleLbl="bgShp" presStyleIdx="3" presStyleCnt="7"/>
      <dgm:spPr/>
    </dgm:pt>
    <dgm:pt modelId="{636256EB-54B9-4928-8E79-1489B6117746}" type="pres">
      <dgm:prSet presAssocID="{66FE5803-DF89-40DD-8EED-80C602CC1C3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heckmark"/>
        </a:ext>
      </dgm:extLst>
    </dgm:pt>
    <dgm:pt modelId="{5DB4ED23-FCD4-4BE2-985F-47BAEE4E0351}" type="pres">
      <dgm:prSet presAssocID="{66FE5803-DF89-40DD-8EED-80C602CC1C37}" presName="spaceRect" presStyleCnt="0"/>
      <dgm:spPr/>
    </dgm:pt>
    <dgm:pt modelId="{57385575-F1B4-40CD-A96D-C5012CF2EFC5}" type="pres">
      <dgm:prSet presAssocID="{66FE5803-DF89-40DD-8EED-80C602CC1C37}" presName="parTx" presStyleLbl="revTx" presStyleIdx="3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B607911-1F87-4E0D-91C1-FB5561FB867E}" type="pres">
      <dgm:prSet presAssocID="{67284927-8A8E-4865-BC7F-11CEB4D91F06}" presName="sibTrans" presStyleCnt="0"/>
      <dgm:spPr/>
    </dgm:pt>
    <dgm:pt modelId="{0B10306B-CE4F-4E89-BF6B-443B381EF398}" type="pres">
      <dgm:prSet presAssocID="{6A74D58C-AD75-45C0-B12D-FA7F98F78517}" presName="compNode" presStyleCnt="0"/>
      <dgm:spPr/>
    </dgm:pt>
    <dgm:pt modelId="{CF032D98-81BC-4DCD-BD40-42AC229CC380}" type="pres">
      <dgm:prSet presAssocID="{6A74D58C-AD75-45C0-B12D-FA7F98F78517}" presName="bgRect" presStyleLbl="bgShp" presStyleIdx="4" presStyleCnt="7"/>
      <dgm:spPr/>
    </dgm:pt>
    <dgm:pt modelId="{5D78164C-1DAE-40B6-A128-3157BEAC4565}" type="pres">
      <dgm:prSet presAssocID="{6A74D58C-AD75-45C0-B12D-FA7F98F78517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Warning"/>
        </a:ext>
      </dgm:extLst>
    </dgm:pt>
    <dgm:pt modelId="{66749BD4-666A-40B4-A00A-C2F36D512D15}" type="pres">
      <dgm:prSet presAssocID="{6A74D58C-AD75-45C0-B12D-FA7F98F78517}" presName="spaceRect" presStyleCnt="0"/>
      <dgm:spPr/>
    </dgm:pt>
    <dgm:pt modelId="{032E9104-EFD1-4652-9E24-C97E8D0AC43D}" type="pres">
      <dgm:prSet presAssocID="{6A74D58C-AD75-45C0-B12D-FA7F98F78517}" presName="parTx" presStyleLbl="revTx" presStyleIdx="4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C0196A2-CE65-4F8D-9483-780D933EAC4D}" type="pres">
      <dgm:prSet presAssocID="{024BA530-42D8-4999-8C56-AD6D3C4510CF}" presName="sibTrans" presStyleCnt="0"/>
      <dgm:spPr/>
    </dgm:pt>
    <dgm:pt modelId="{630DFC04-9DE6-4D0A-BFFD-A86C6772DCD0}" type="pres">
      <dgm:prSet presAssocID="{DAB29C18-735A-4736-837B-FDF100A8742F}" presName="compNode" presStyleCnt="0"/>
      <dgm:spPr/>
    </dgm:pt>
    <dgm:pt modelId="{2E83B8B3-4B41-49A1-A987-BAAA55E03938}" type="pres">
      <dgm:prSet presAssocID="{DAB29C18-735A-4736-837B-FDF100A8742F}" presName="bgRect" presStyleLbl="bgShp" presStyleIdx="5" presStyleCnt="7"/>
      <dgm:spPr/>
    </dgm:pt>
    <dgm:pt modelId="{C41BFF9D-CFC5-42A1-8275-CCBDFA795541}" type="pres">
      <dgm:prSet presAssocID="{DAB29C18-735A-4736-837B-FDF100A8742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Hourglass"/>
        </a:ext>
      </dgm:extLst>
    </dgm:pt>
    <dgm:pt modelId="{676826A8-E763-4E72-A733-170B97D0E55B}" type="pres">
      <dgm:prSet presAssocID="{DAB29C18-735A-4736-837B-FDF100A8742F}" presName="spaceRect" presStyleCnt="0"/>
      <dgm:spPr/>
    </dgm:pt>
    <dgm:pt modelId="{76C4F5D4-738A-4ED7-B712-78E8C2DDF40D}" type="pres">
      <dgm:prSet presAssocID="{DAB29C18-735A-4736-837B-FDF100A8742F}" presName="parTx" presStyleLbl="revTx" presStyleIdx="5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BC5E7CF-C80C-44F9-93FE-FD8DAE2B680E}" type="pres">
      <dgm:prSet presAssocID="{F95A6F05-E082-4F98-839D-4F5EEB81CF9A}" presName="sibTrans" presStyleCnt="0"/>
      <dgm:spPr/>
    </dgm:pt>
    <dgm:pt modelId="{BF7E5698-14CE-4A2A-9005-DA817A91FFB0}" type="pres">
      <dgm:prSet presAssocID="{256DC18D-B1D7-4E34-86CE-42CBF425E9A3}" presName="compNode" presStyleCnt="0"/>
      <dgm:spPr/>
    </dgm:pt>
    <dgm:pt modelId="{D653BE7B-A30E-4685-B830-254EF4B7DBA9}" type="pres">
      <dgm:prSet presAssocID="{256DC18D-B1D7-4E34-86CE-42CBF425E9A3}" presName="bgRect" presStyleLbl="bgShp" presStyleIdx="6" presStyleCnt="7"/>
      <dgm:spPr/>
    </dgm:pt>
    <dgm:pt modelId="{329CCC80-D46E-45B3-AFFA-E8181FF5579D}" type="pres">
      <dgm:prSet presAssocID="{256DC18D-B1D7-4E34-86CE-42CBF425E9A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Motorcycle"/>
        </a:ext>
      </dgm:extLst>
    </dgm:pt>
    <dgm:pt modelId="{9DDB8F09-417E-4C8A-BE67-DF947A0C7834}" type="pres">
      <dgm:prSet presAssocID="{256DC18D-B1D7-4E34-86CE-42CBF425E9A3}" presName="spaceRect" presStyleCnt="0"/>
      <dgm:spPr/>
    </dgm:pt>
    <dgm:pt modelId="{342284FE-760F-4BB8-A6D8-F698270E8DA5}" type="pres">
      <dgm:prSet presAssocID="{256DC18D-B1D7-4E34-86CE-42CBF425E9A3}" presName="parTx" presStyleLbl="revTx" presStyleIdx="6" presStyleCnt="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2C673ED4-E594-40C8-899E-92086D4097BC}" srcId="{AA1354A1-D6A3-4D91-97A8-A4A416C1A33A}" destId="{DAB29C18-735A-4736-837B-FDF100A8742F}" srcOrd="5" destOrd="0" parTransId="{5AED4BEE-95C2-4ED2-A9BF-EF8E3B69E093}" sibTransId="{F95A6F05-E082-4F98-839D-4F5EEB81CF9A}"/>
    <dgm:cxn modelId="{752EA878-FF97-4894-8412-9B5220B6FD95}" type="presOf" srcId="{AA1354A1-D6A3-4D91-97A8-A4A416C1A33A}" destId="{4ECA3930-B2E1-41C0-8704-C186EEE42721}" srcOrd="0" destOrd="0" presId="urn:microsoft.com/office/officeart/2018/2/layout/IconVerticalSolidList"/>
    <dgm:cxn modelId="{C81AD9E1-9E98-4447-B885-FFF62D2A32B5}" srcId="{AA1354A1-D6A3-4D91-97A8-A4A416C1A33A}" destId="{256DC18D-B1D7-4E34-86CE-42CBF425E9A3}" srcOrd="6" destOrd="0" parTransId="{321FA6CC-09B5-4772-B5CF-C4A1DDC74782}" sibTransId="{5B7355BF-ECDE-4A24-8FBE-6712A8D1794B}"/>
    <dgm:cxn modelId="{DF0CB765-2664-4FBA-B2C7-0C34FAFFA49D}" type="presOf" srcId="{DAB29C18-735A-4736-837B-FDF100A8742F}" destId="{76C4F5D4-738A-4ED7-B712-78E8C2DDF40D}" srcOrd="0" destOrd="0" presId="urn:microsoft.com/office/officeart/2018/2/layout/IconVerticalSolidList"/>
    <dgm:cxn modelId="{BE49FEDB-898E-4FAB-BD5A-8D0DB0784491}" type="presOf" srcId="{66FE5803-DF89-40DD-8EED-80C602CC1C37}" destId="{57385575-F1B4-40CD-A96D-C5012CF2EFC5}" srcOrd="0" destOrd="0" presId="urn:microsoft.com/office/officeart/2018/2/layout/IconVerticalSolidList"/>
    <dgm:cxn modelId="{4071D213-C260-4FAC-A88F-46D07BAE1C38}" srcId="{AA1354A1-D6A3-4D91-97A8-A4A416C1A33A}" destId="{0D066CA3-72A6-4ED6-828A-416DACDFB7A6}" srcOrd="0" destOrd="0" parTransId="{04A3D269-2E40-402E-A6FF-126A851300C9}" sibTransId="{29107C8B-744F-43ED-98BF-3D2C62D31D5C}"/>
    <dgm:cxn modelId="{4D9C78D6-0DA4-4A9F-ACFE-A28D800020A8}" srcId="{AA1354A1-D6A3-4D91-97A8-A4A416C1A33A}" destId="{66FE5803-DF89-40DD-8EED-80C602CC1C37}" srcOrd="3" destOrd="0" parTransId="{2A926F9B-21BA-4AD7-A2C2-4A94BD348C8F}" sibTransId="{67284927-8A8E-4865-BC7F-11CEB4D91F06}"/>
    <dgm:cxn modelId="{C21AFEBA-668F-4C29-959F-8D34DC7013F6}" srcId="{AA1354A1-D6A3-4D91-97A8-A4A416C1A33A}" destId="{DB338585-10BC-4777-8870-FA6AC77A3F17}" srcOrd="1" destOrd="0" parTransId="{2CB46A87-F684-48BA-A17F-57DA8C5F1037}" sibTransId="{20203723-12B7-4CCC-A16D-60EF6F8BF532}"/>
    <dgm:cxn modelId="{4F06BFC5-48E2-46C3-806A-937F4781AD0E}" type="presOf" srcId="{DB338585-10BC-4777-8870-FA6AC77A3F17}" destId="{48AFF351-7E7C-4282-803A-ABB94396AF12}" srcOrd="0" destOrd="0" presId="urn:microsoft.com/office/officeart/2018/2/layout/IconVerticalSolidList"/>
    <dgm:cxn modelId="{841A4B26-8C24-4E79-BFEC-728FC227C092}" srcId="{AA1354A1-D6A3-4D91-97A8-A4A416C1A33A}" destId="{984F3FB6-E263-4D1D-8D4F-1792C46ED6FE}" srcOrd="2" destOrd="0" parTransId="{4B8EA9E7-43CE-4A7E-868B-6E2B9D8AA161}" sibTransId="{A7DAEB1B-CEDE-4585-8E9A-F764ACC77522}"/>
    <dgm:cxn modelId="{19AE0C41-59BA-4A1E-A933-03FF06F7B480}" type="presOf" srcId="{984F3FB6-E263-4D1D-8D4F-1792C46ED6FE}" destId="{A978874D-785C-4D0E-87D5-981EEFEBF6AF}" srcOrd="0" destOrd="0" presId="urn:microsoft.com/office/officeart/2018/2/layout/IconVerticalSolidList"/>
    <dgm:cxn modelId="{11DC44B4-2126-4F89-AA36-568D74A6EBD8}" type="presOf" srcId="{6A74D58C-AD75-45C0-B12D-FA7F98F78517}" destId="{032E9104-EFD1-4652-9E24-C97E8D0AC43D}" srcOrd="0" destOrd="0" presId="urn:microsoft.com/office/officeart/2018/2/layout/IconVerticalSolidList"/>
    <dgm:cxn modelId="{E183FA50-70A9-40BC-A3DA-348117457198}" srcId="{AA1354A1-D6A3-4D91-97A8-A4A416C1A33A}" destId="{6A74D58C-AD75-45C0-B12D-FA7F98F78517}" srcOrd="4" destOrd="0" parTransId="{4440581A-7A0D-4593-9853-C7699113F158}" sibTransId="{024BA530-42D8-4999-8C56-AD6D3C4510CF}"/>
    <dgm:cxn modelId="{3FC43E63-B0CD-497A-A3BA-D0EE2DC1EA2D}" type="presOf" srcId="{0D066CA3-72A6-4ED6-828A-416DACDFB7A6}" destId="{B16C169E-1E02-45D4-AFE8-56A24DFEE3FB}" srcOrd="0" destOrd="0" presId="urn:microsoft.com/office/officeart/2018/2/layout/IconVerticalSolidList"/>
    <dgm:cxn modelId="{76903054-62B1-4D28-91D2-87C7E92EF236}" type="presOf" srcId="{256DC18D-B1D7-4E34-86CE-42CBF425E9A3}" destId="{342284FE-760F-4BB8-A6D8-F698270E8DA5}" srcOrd="0" destOrd="0" presId="urn:microsoft.com/office/officeart/2018/2/layout/IconVerticalSolidList"/>
    <dgm:cxn modelId="{F2FAC44C-FF46-48A3-922A-2249788BE06E}" type="presParOf" srcId="{4ECA3930-B2E1-41C0-8704-C186EEE42721}" destId="{3CCFA265-E2BF-4301-B2F4-3EFA06529C0A}" srcOrd="0" destOrd="0" presId="urn:microsoft.com/office/officeart/2018/2/layout/IconVerticalSolidList"/>
    <dgm:cxn modelId="{A80A75B6-B57D-471F-B9F1-3B3B76C174AD}" type="presParOf" srcId="{3CCFA265-E2BF-4301-B2F4-3EFA06529C0A}" destId="{77E75049-9A8A-45E8-A0EE-524E811B9471}" srcOrd="0" destOrd="0" presId="urn:microsoft.com/office/officeart/2018/2/layout/IconVerticalSolidList"/>
    <dgm:cxn modelId="{F23F7B35-F3A1-4210-9D5C-C4F23BA4C4E6}" type="presParOf" srcId="{3CCFA265-E2BF-4301-B2F4-3EFA06529C0A}" destId="{CE5EF546-45ED-4F9E-BF29-7E14F1B38D4A}" srcOrd="1" destOrd="0" presId="urn:microsoft.com/office/officeart/2018/2/layout/IconVerticalSolidList"/>
    <dgm:cxn modelId="{B75D2C10-3514-4CBE-94F4-C9D6D296661A}" type="presParOf" srcId="{3CCFA265-E2BF-4301-B2F4-3EFA06529C0A}" destId="{2B226937-2F80-43E9-A474-48DBB07F456C}" srcOrd="2" destOrd="0" presId="urn:microsoft.com/office/officeart/2018/2/layout/IconVerticalSolidList"/>
    <dgm:cxn modelId="{C6941A4A-5B66-4DF2-AB05-1D4658BD8CDF}" type="presParOf" srcId="{3CCFA265-E2BF-4301-B2F4-3EFA06529C0A}" destId="{B16C169E-1E02-45D4-AFE8-56A24DFEE3FB}" srcOrd="3" destOrd="0" presId="urn:microsoft.com/office/officeart/2018/2/layout/IconVerticalSolidList"/>
    <dgm:cxn modelId="{AF26DDD6-98FB-4304-AA7D-802C8056A5F5}" type="presParOf" srcId="{4ECA3930-B2E1-41C0-8704-C186EEE42721}" destId="{AB1893A5-0BF1-406C-9683-D0502CEBB950}" srcOrd="1" destOrd="0" presId="urn:microsoft.com/office/officeart/2018/2/layout/IconVerticalSolidList"/>
    <dgm:cxn modelId="{D72B71B6-191A-4FA6-9C5E-B7503BBD0D54}" type="presParOf" srcId="{4ECA3930-B2E1-41C0-8704-C186EEE42721}" destId="{9109CA50-19BD-4F2C-A883-F37E3D647232}" srcOrd="2" destOrd="0" presId="urn:microsoft.com/office/officeart/2018/2/layout/IconVerticalSolidList"/>
    <dgm:cxn modelId="{0C622D17-4AFF-4F2B-8F44-B4116DCBC8EA}" type="presParOf" srcId="{9109CA50-19BD-4F2C-A883-F37E3D647232}" destId="{0929F472-1EF9-4A6B-B1CE-904C8E49F579}" srcOrd="0" destOrd="0" presId="urn:microsoft.com/office/officeart/2018/2/layout/IconVerticalSolidList"/>
    <dgm:cxn modelId="{0BF28011-3BBE-486A-89D0-B01C69B65EF1}" type="presParOf" srcId="{9109CA50-19BD-4F2C-A883-F37E3D647232}" destId="{811736EC-30BE-4ECA-A6E8-D0769E23DCBB}" srcOrd="1" destOrd="0" presId="urn:microsoft.com/office/officeart/2018/2/layout/IconVerticalSolidList"/>
    <dgm:cxn modelId="{21918FB1-0620-43E8-8480-34FBA8992E86}" type="presParOf" srcId="{9109CA50-19BD-4F2C-A883-F37E3D647232}" destId="{403961A8-AB0D-444E-86F4-FC823F3A1F06}" srcOrd="2" destOrd="0" presId="urn:microsoft.com/office/officeart/2018/2/layout/IconVerticalSolidList"/>
    <dgm:cxn modelId="{9D9AEBF0-D960-455C-BF03-E6442EF8F87B}" type="presParOf" srcId="{9109CA50-19BD-4F2C-A883-F37E3D647232}" destId="{48AFF351-7E7C-4282-803A-ABB94396AF12}" srcOrd="3" destOrd="0" presId="urn:microsoft.com/office/officeart/2018/2/layout/IconVerticalSolidList"/>
    <dgm:cxn modelId="{91330AF6-44AA-4094-9615-F1E38099C19A}" type="presParOf" srcId="{4ECA3930-B2E1-41C0-8704-C186EEE42721}" destId="{EE26C27E-A01B-438A-BC11-E2F19EE08A2D}" srcOrd="3" destOrd="0" presId="urn:microsoft.com/office/officeart/2018/2/layout/IconVerticalSolidList"/>
    <dgm:cxn modelId="{9D7AD764-FB5A-4F1F-B4CE-42BC8930308D}" type="presParOf" srcId="{4ECA3930-B2E1-41C0-8704-C186EEE42721}" destId="{897F7763-30FB-4491-B7DF-907DE49B4AB0}" srcOrd="4" destOrd="0" presId="urn:microsoft.com/office/officeart/2018/2/layout/IconVerticalSolidList"/>
    <dgm:cxn modelId="{00813F45-BA09-482E-BCA9-0A3C3CD9254E}" type="presParOf" srcId="{897F7763-30FB-4491-B7DF-907DE49B4AB0}" destId="{7F140EBF-926D-41A1-85EB-3CCCA03F95FF}" srcOrd="0" destOrd="0" presId="urn:microsoft.com/office/officeart/2018/2/layout/IconVerticalSolidList"/>
    <dgm:cxn modelId="{0E54E9B6-B3C4-4F6F-BBF4-2FC8EB8EFC0C}" type="presParOf" srcId="{897F7763-30FB-4491-B7DF-907DE49B4AB0}" destId="{E2CB0142-BBB2-43DE-82DF-7FA7E9EE94FA}" srcOrd="1" destOrd="0" presId="urn:microsoft.com/office/officeart/2018/2/layout/IconVerticalSolidList"/>
    <dgm:cxn modelId="{13171B64-A2B1-444E-AE47-23F7471A20F6}" type="presParOf" srcId="{897F7763-30FB-4491-B7DF-907DE49B4AB0}" destId="{C395F713-2294-411B-9E70-E52143F507C3}" srcOrd="2" destOrd="0" presId="urn:microsoft.com/office/officeart/2018/2/layout/IconVerticalSolidList"/>
    <dgm:cxn modelId="{DABE5071-5C90-4469-8FCF-9798516ECFA7}" type="presParOf" srcId="{897F7763-30FB-4491-B7DF-907DE49B4AB0}" destId="{A978874D-785C-4D0E-87D5-981EEFEBF6AF}" srcOrd="3" destOrd="0" presId="urn:microsoft.com/office/officeart/2018/2/layout/IconVerticalSolidList"/>
    <dgm:cxn modelId="{D5853202-49EB-4602-9020-5F68EF3CB522}" type="presParOf" srcId="{4ECA3930-B2E1-41C0-8704-C186EEE42721}" destId="{2D270450-8119-48DF-9359-A5AEDD73BE95}" srcOrd="5" destOrd="0" presId="urn:microsoft.com/office/officeart/2018/2/layout/IconVerticalSolidList"/>
    <dgm:cxn modelId="{16B4AF29-5B63-4A3C-BF5E-F3A2CEA21607}" type="presParOf" srcId="{4ECA3930-B2E1-41C0-8704-C186EEE42721}" destId="{C392C3AB-1253-4D86-8D3F-D1EA710860E2}" srcOrd="6" destOrd="0" presId="urn:microsoft.com/office/officeart/2018/2/layout/IconVerticalSolidList"/>
    <dgm:cxn modelId="{59B8FE10-9519-4826-9919-C00A371BC523}" type="presParOf" srcId="{C392C3AB-1253-4D86-8D3F-D1EA710860E2}" destId="{D1949F94-B770-4148-8B12-5A2ECA3840B9}" srcOrd="0" destOrd="0" presId="urn:microsoft.com/office/officeart/2018/2/layout/IconVerticalSolidList"/>
    <dgm:cxn modelId="{EA358089-EEF2-4974-A5FF-619981B3E10D}" type="presParOf" srcId="{C392C3AB-1253-4D86-8D3F-D1EA710860E2}" destId="{636256EB-54B9-4928-8E79-1489B6117746}" srcOrd="1" destOrd="0" presId="urn:microsoft.com/office/officeart/2018/2/layout/IconVerticalSolidList"/>
    <dgm:cxn modelId="{FC62527D-52FE-478E-B7E1-842D5B2EBE22}" type="presParOf" srcId="{C392C3AB-1253-4D86-8D3F-D1EA710860E2}" destId="{5DB4ED23-FCD4-4BE2-985F-47BAEE4E0351}" srcOrd="2" destOrd="0" presId="urn:microsoft.com/office/officeart/2018/2/layout/IconVerticalSolidList"/>
    <dgm:cxn modelId="{B4F9EDBF-D435-4C3A-A0E3-3CDA41E5BBC6}" type="presParOf" srcId="{C392C3AB-1253-4D86-8D3F-D1EA710860E2}" destId="{57385575-F1B4-40CD-A96D-C5012CF2EFC5}" srcOrd="3" destOrd="0" presId="urn:microsoft.com/office/officeart/2018/2/layout/IconVerticalSolidList"/>
    <dgm:cxn modelId="{5E15E295-DBB2-4B95-9B08-5439C92DDDA1}" type="presParOf" srcId="{4ECA3930-B2E1-41C0-8704-C186EEE42721}" destId="{9B607911-1F87-4E0D-91C1-FB5561FB867E}" srcOrd="7" destOrd="0" presId="urn:microsoft.com/office/officeart/2018/2/layout/IconVerticalSolidList"/>
    <dgm:cxn modelId="{B41989F4-EA0D-4DE6-8846-100711AA3F7F}" type="presParOf" srcId="{4ECA3930-B2E1-41C0-8704-C186EEE42721}" destId="{0B10306B-CE4F-4E89-BF6B-443B381EF398}" srcOrd="8" destOrd="0" presId="urn:microsoft.com/office/officeart/2018/2/layout/IconVerticalSolidList"/>
    <dgm:cxn modelId="{64C5DBE9-D98E-48B7-8D93-25D42309B8CD}" type="presParOf" srcId="{0B10306B-CE4F-4E89-BF6B-443B381EF398}" destId="{CF032D98-81BC-4DCD-BD40-42AC229CC380}" srcOrd="0" destOrd="0" presId="urn:microsoft.com/office/officeart/2018/2/layout/IconVerticalSolidList"/>
    <dgm:cxn modelId="{14FECF0C-309E-49DC-A6BD-A49502401AC8}" type="presParOf" srcId="{0B10306B-CE4F-4E89-BF6B-443B381EF398}" destId="{5D78164C-1DAE-40B6-A128-3157BEAC4565}" srcOrd="1" destOrd="0" presId="urn:microsoft.com/office/officeart/2018/2/layout/IconVerticalSolidList"/>
    <dgm:cxn modelId="{288D6016-E035-4A96-B3F6-068A7C4029AB}" type="presParOf" srcId="{0B10306B-CE4F-4E89-BF6B-443B381EF398}" destId="{66749BD4-666A-40B4-A00A-C2F36D512D15}" srcOrd="2" destOrd="0" presId="urn:microsoft.com/office/officeart/2018/2/layout/IconVerticalSolidList"/>
    <dgm:cxn modelId="{3A8F86F5-429E-4A10-AD42-3CB579D85DF4}" type="presParOf" srcId="{0B10306B-CE4F-4E89-BF6B-443B381EF398}" destId="{032E9104-EFD1-4652-9E24-C97E8D0AC43D}" srcOrd="3" destOrd="0" presId="urn:microsoft.com/office/officeart/2018/2/layout/IconVerticalSolidList"/>
    <dgm:cxn modelId="{1599C88C-7672-4183-A948-62A28856EC01}" type="presParOf" srcId="{4ECA3930-B2E1-41C0-8704-C186EEE42721}" destId="{4C0196A2-CE65-4F8D-9483-780D933EAC4D}" srcOrd="9" destOrd="0" presId="urn:microsoft.com/office/officeart/2018/2/layout/IconVerticalSolidList"/>
    <dgm:cxn modelId="{24BDCA9E-4392-460B-AC0A-DF8F445041A2}" type="presParOf" srcId="{4ECA3930-B2E1-41C0-8704-C186EEE42721}" destId="{630DFC04-9DE6-4D0A-BFFD-A86C6772DCD0}" srcOrd="10" destOrd="0" presId="urn:microsoft.com/office/officeart/2018/2/layout/IconVerticalSolidList"/>
    <dgm:cxn modelId="{7F5A6091-53FB-4082-811E-786E0E5FD6F5}" type="presParOf" srcId="{630DFC04-9DE6-4D0A-BFFD-A86C6772DCD0}" destId="{2E83B8B3-4B41-49A1-A987-BAAA55E03938}" srcOrd="0" destOrd="0" presId="urn:microsoft.com/office/officeart/2018/2/layout/IconVerticalSolidList"/>
    <dgm:cxn modelId="{EA174B52-4963-462E-B477-78D847E4C0DA}" type="presParOf" srcId="{630DFC04-9DE6-4D0A-BFFD-A86C6772DCD0}" destId="{C41BFF9D-CFC5-42A1-8275-CCBDFA795541}" srcOrd="1" destOrd="0" presId="urn:microsoft.com/office/officeart/2018/2/layout/IconVerticalSolidList"/>
    <dgm:cxn modelId="{BFD99EE8-44D0-429D-8A7E-80EB3EB2045A}" type="presParOf" srcId="{630DFC04-9DE6-4D0A-BFFD-A86C6772DCD0}" destId="{676826A8-E763-4E72-A733-170B97D0E55B}" srcOrd="2" destOrd="0" presId="urn:microsoft.com/office/officeart/2018/2/layout/IconVerticalSolidList"/>
    <dgm:cxn modelId="{5BB9D2BE-18F0-4110-B14E-2D69D38071D9}" type="presParOf" srcId="{630DFC04-9DE6-4D0A-BFFD-A86C6772DCD0}" destId="{76C4F5D4-738A-4ED7-B712-78E8C2DDF40D}" srcOrd="3" destOrd="0" presId="urn:microsoft.com/office/officeart/2018/2/layout/IconVerticalSolidList"/>
    <dgm:cxn modelId="{DE10F71C-001C-470D-932A-949B41D4DFEE}" type="presParOf" srcId="{4ECA3930-B2E1-41C0-8704-C186EEE42721}" destId="{5BC5E7CF-C80C-44F9-93FE-FD8DAE2B680E}" srcOrd="11" destOrd="0" presId="urn:microsoft.com/office/officeart/2018/2/layout/IconVerticalSolidList"/>
    <dgm:cxn modelId="{1AB1855C-2B8D-4284-82EB-4B8635E8B9A6}" type="presParOf" srcId="{4ECA3930-B2E1-41C0-8704-C186EEE42721}" destId="{BF7E5698-14CE-4A2A-9005-DA817A91FFB0}" srcOrd="12" destOrd="0" presId="urn:microsoft.com/office/officeart/2018/2/layout/IconVerticalSolidList"/>
    <dgm:cxn modelId="{B29F7A46-F179-49D5-80FC-D0FEAB2612D5}" type="presParOf" srcId="{BF7E5698-14CE-4A2A-9005-DA817A91FFB0}" destId="{D653BE7B-A30E-4685-B830-254EF4B7DBA9}" srcOrd="0" destOrd="0" presId="urn:microsoft.com/office/officeart/2018/2/layout/IconVerticalSolidList"/>
    <dgm:cxn modelId="{627E893E-2D21-4CDD-977E-E757A8A55EBB}" type="presParOf" srcId="{BF7E5698-14CE-4A2A-9005-DA817A91FFB0}" destId="{329CCC80-D46E-45B3-AFFA-E8181FF5579D}" srcOrd="1" destOrd="0" presId="urn:microsoft.com/office/officeart/2018/2/layout/IconVerticalSolidList"/>
    <dgm:cxn modelId="{E463B473-54FD-4733-8318-027D4B666375}" type="presParOf" srcId="{BF7E5698-14CE-4A2A-9005-DA817A91FFB0}" destId="{9DDB8F09-417E-4C8A-BE67-DF947A0C7834}" srcOrd="2" destOrd="0" presId="urn:microsoft.com/office/officeart/2018/2/layout/IconVerticalSolidList"/>
    <dgm:cxn modelId="{F114BCC7-D6F5-45A9-A771-B8C46400E167}" type="presParOf" srcId="{BF7E5698-14CE-4A2A-9005-DA817A91FFB0}" destId="{342284FE-760F-4BB8-A6D8-F698270E8D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2E78AB-BBEA-4770-A492-857C31903F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2D35EF4-32EE-4D05-A1F3-4B328BB29C82}">
      <dgm:prSet/>
      <dgm:spPr/>
      <dgm:t>
        <a:bodyPr/>
        <a:lstStyle/>
        <a:p>
          <a:r>
            <a:rPr lang="en-US"/>
            <a:t>Stopping distance = (speed² ÷ 2 × deceleration) × road multiplier</a:t>
          </a:r>
        </a:p>
      </dgm:t>
    </dgm:pt>
    <dgm:pt modelId="{2722F0DB-08D2-49C8-9200-3B4B9B8634FF}" type="parTrans" cxnId="{1673869A-7B8D-418C-A484-A803151CA8B7}">
      <dgm:prSet/>
      <dgm:spPr/>
      <dgm:t>
        <a:bodyPr/>
        <a:lstStyle/>
        <a:p>
          <a:endParaRPr lang="en-US"/>
        </a:p>
      </dgm:t>
    </dgm:pt>
    <dgm:pt modelId="{F66D1EB9-8824-432D-80C0-81E27BA90D71}" type="sibTrans" cxnId="{1673869A-7B8D-418C-A484-A803151CA8B7}">
      <dgm:prSet/>
      <dgm:spPr/>
      <dgm:t>
        <a:bodyPr/>
        <a:lstStyle/>
        <a:p>
          <a:endParaRPr lang="en-US"/>
        </a:p>
      </dgm:t>
    </dgm:pt>
    <dgm:pt modelId="{8C2E74EA-5B1C-417C-AE8E-E79CAB41B1BD}">
      <dgm:prSet/>
      <dgm:spPr/>
      <dgm:t>
        <a:bodyPr/>
        <a:lstStyle/>
        <a:p>
          <a:r>
            <a:rPr lang="en-US"/>
            <a:t>Reaction distance = speed × 0.8 seconds</a:t>
          </a:r>
        </a:p>
      </dgm:t>
    </dgm:pt>
    <dgm:pt modelId="{FDB7C5A8-0DE5-419C-82D4-53A81C54E29B}" type="parTrans" cxnId="{52B0BCA5-0A06-4EFA-BAF9-B589ED734BD3}">
      <dgm:prSet/>
      <dgm:spPr/>
      <dgm:t>
        <a:bodyPr/>
        <a:lstStyle/>
        <a:p>
          <a:endParaRPr lang="en-US"/>
        </a:p>
      </dgm:t>
    </dgm:pt>
    <dgm:pt modelId="{1E1E55A4-7050-4CFB-89B0-5F2FEF41F553}" type="sibTrans" cxnId="{52B0BCA5-0A06-4EFA-BAF9-B589ED734BD3}">
      <dgm:prSet/>
      <dgm:spPr/>
      <dgm:t>
        <a:bodyPr/>
        <a:lstStyle/>
        <a:p>
          <a:endParaRPr lang="en-US"/>
        </a:p>
      </dgm:t>
    </dgm:pt>
    <dgm:pt modelId="{5E0A1DA6-E6B1-4A5B-8909-6BA61F1B3175}">
      <dgm:prSet/>
      <dgm:spPr/>
      <dgm:t>
        <a:bodyPr/>
        <a:lstStyle/>
        <a:p>
          <a:r>
            <a:rPr lang="en-US"/>
            <a:t>HIGH RISK (1) if total required distance &gt; distance to crosswalk</a:t>
          </a:r>
        </a:p>
      </dgm:t>
    </dgm:pt>
    <dgm:pt modelId="{DF6DBC56-2521-4636-8401-F9752C92B226}" type="parTrans" cxnId="{C324E5BB-B099-4A2D-926F-383F1EFFB6F3}">
      <dgm:prSet/>
      <dgm:spPr/>
      <dgm:t>
        <a:bodyPr/>
        <a:lstStyle/>
        <a:p>
          <a:endParaRPr lang="en-US"/>
        </a:p>
      </dgm:t>
    </dgm:pt>
    <dgm:pt modelId="{ACDF7D8E-D770-486D-8262-125022F9CCD9}" type="sibTrans" cxnId="{C324E5BB-B099-4A2D-926F-383F1EFFB6F3}">
      <dgm:prSet/>
      <dgm:spPr/>
      <dgm:t>
        <a:bodyPr/>
        <a:lstStyle/>
        <a:p>
          <a:endParaRPr lang="en-US"/>
        </a:p>
      </dgm:t>
    </dgm:pt>
    <dgm:pt modelId="{29F91218-7D72-4F7F-A0D9-9B36563531A9}">
      <dgm:prSet/>
      <dgm:spPr/>
      <dgm:t>
        <a:bodyPr/>
        <a:lstStyle/>
        <a:p>
          <a:r>
            <a:rPr lang="en-US"/>
            <a:t>Road multipliers: DRY = 1.0, SNOW = 1.6, ICE = 2.5</a:t>
          </a:r>
        </a:p>
      </dgm:t>
    </dgm:pt>
    <dgm:pt modelId="{8255112B-CC4C-402A-98C0-C38C50042BBC}" type="parTrans" cxnId="{E5C03673-C1C0-43A6-886D-F4E583F91269}">
      <dgm:prSet/>
      <dgm:spPr/>
      <dgm:t>
        <a:bodyPr/>
        <a:lstStyle/>
        <a:p>
          <a:endParaRPr lang="en-US"/>
        </a:p>
      </dgm:t>
    </dgm:pt>
    <dgm:pt modelId="{B4A0E14F-625D-4FBE-BB49-6A8999D778F1}" type="sibTrans" cxnId="{E5C03673-C1C0-43A6-886D-F4E583F91269}">
      <dgm:prSet/>
      <dgm:spPr/>
      <dgm:t>
        <a:bodyPr/>
        <a:lstStyle/>
        <a:p>
          <a:endParaRPr lang="en-US"/>
        </a:p>
      </dgm:t>
    </dgm:pt>
    <dgm:pt modelId="{28A8152E-A57B-4E1C-ACCF-44310CE49BA3}">
      <dgm:prSet/>
      <dgm:spPr/>
      <dgm:t>
        <a:bodyPr/>
        <a:lstStyle/>
        <a:p>
          <a:r>
            <a:rPr lang="en-US"/>
            <a:t>Final label distribution: LOW RISK 79.6%, HIGH RISK 20.4% — within target training range</a:t>
          </a:r>
        </a:p>
      </dgm:t>
    </dgm:pt>
    <dgm:pt modelId="{C16094B0-D613-48A0-A09A-ED777BF80182}" type="parTrans" cxnId="{3E57A94B-FC27-4F02-8208-5C7888B19B36}">
      <dgm:prSet/>
      <dgm:spPr/>
      <dgm:t>
        <a:bodyPr/>
        <a:lstStyle/>
        <a:p>
          <a:endParaRPr lang="en-US"/>
        </a:p>
      </dgm:t>
    </dgm:pt>
    <dgm:pt modelId="{45711172-E9DB-4760-B18F-7EBC2206D7C9}" type="sibTrans" cxnId="{3E57A94B-FC27-4F02-8208-5C7888B19B36}">
      <dgm:prSet/>
      <dgm:spPr/>
      <dgm:t>
        <a:bodyPr/>
        <a:lstStyle/>
        <a:p>
          <a:endParaRPr lang="en-US"/>
        </a:p>
      </dgm:t>
    </dgm:pt>
    <dgm:pt modelId="{48D58AA7-80F9-46D6-A8A0-4282DCF06C9D}" type="pres">
      <dgm:prSet presAssocID="{CD2E78AB-BBEA-4770-A492-857C31903F00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46B2694-23A9-48C0-A91C-5BA7B3ABD369}" type="pres">
      <dgm:prSet presAssocID="{92D35EF4-32EE-4D05-A1F3-4B328BB29C82}" presName="compNode" presStyleCnt="0"/>
      <dgm:spPr/>
    </dgm:pt>
    <dgm:pt modelId="{9AFA89AB-22ED-408F-9C7E-873BE574897D}" type="pres">
      <dgm:prSet presAssocID="{92D35EF4-32EE-4D05-A1F3-4B328BB29C82}" presName="bgRect" presStyleLbl="bgShp" presStyleIdx="0" presStyleCnt="5"/>
      <dgm:spPr/>
    </dgm:pt>
    <dgm:pt modelId="{F6DD31E7-E072-41D1-9182-7AC6BB6B0A29}" type="pres">
      <dgm:prSet presAssocID="{92D35EF4-32EE-4D05-A1F3-4B328BB29C8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hevron Arrows"/>
        </a:ext>
      </dgm:extLst>
    </dgm:pt>
    <dgm:pt modelId="{DE3C025B-212B-4167-BD3A-020E4D96BE77}" type="pres">
      <dgm:prSet presAssocID="{92D35EF4-32EE-4D05-A1F3-4B328BB29C82}" presName="spaceRect" presStyleCnt="0"/>
      <dgm:spPr/>
    </dgm:pt>
    <dgm:pt modelId="{A98890ED-29B1-449A-BA2A-CC1FF5E12604}" type="pres">
      <dgm:prSet presAssocID="{92D35EF4-32EE-4D05-A1F3-4B328BB29C82}" presName="parTx" presStyleLbl="revTx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3302997-8D5E-486E-BC4F-A8AA3273B378}" type="pres">
      <dgm:prSet presAssocID="{F66D1EB9-8824-432D-80C0-81E27BA90D71}" presName="sibTrans" presStyleCnt="0"/>
      <dgm:spPr/>
    </dgm:pt>
    <dgm:pt modelId="{AABE2ABE-B6F1-476E-9E27-EB3C449D8728}" type="pres">
      <dgm:prSet presAssocID="{8C2E74EA-5B1C-417C-AE8E-E79CAB41B1BD}" presName="compNode" presStyleCnt="0"/>
      <dgm:spPr/>
    </dgm:pt>
    <dgm:pt modelId="{956559BB-9E29-4E9B-9865-0D2F0411D210}" type="pres">
      <dgm:prSet presAssocID="{8C2E74EA-5B1C-417C-AE8E-E79CAB41B1BD}" presName="bgRect" presStyleLbl="bgShp" presStyleIdx="1" presStyleCnt="5"/>
      <dgm:spPr/>
    </dgm:pt>
    <dgm:pt modelId="{02918B2F-8319-44B4-8A65-DE0A669C2EE3}" type="pres">
      <dgm:prSet presAssocID="{8C2E74EA-5B1C-417C-AE8E-E79CAB41B1B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Stopwatch"/>
        </a:ext>
      </dgm:extLst>
    </dgm:pt>
    <dgm:pt modelId="{A4F1F340-7C1A-4EBF-B905-5B15E66FFDAB}" type="pres">
      <dgm:prSet presAssocID="{8C2E74EA-5B1C-417C-AE8E-E79CAB41B1BD}" presName="spaceRect" presStyleCnt="0"/>
      <dgm:spPr/>
    </dgm:pt>
    <dgm:pt modelId="{642C34A6-B050-4CBF-8167-629CB98770EE}" type="pres">
      <dgm:prSet presAssocID="{8C2E74EA-5B1C-417C-AE8E-E79CAB41B1BD}" presName="parTx" presStyleLbl="revTx" presStyleIdx="1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305CEDC-EEF4-4C3C-88B7-A7BA5C6C3499}" type="pres">
      <dgm:prSet presAssocID="{1E1E55A4-7050-4CFB-89B0-5F2FEF41F553}" presName="sibTrans" presStyleCnt="0"/>
      <dgm:spPr/>
    </dgm:pt>
    <dgm:pt modelId="{808B695B-1F6A-4246-A912-6FD99A29B094}" type="pres">
      <dgm:prSet presAssocID="{5E0A1DA6-E6B1-4A5B-8909-6BA61F1B3175}" presName="compNode" presStyleCnt="0"/>
      <dgm:spPr/>
    </dgm:pt>
    <dgm:pt modelId="{31524E3E-9936-49AA-B405-FCDCA925F974}" type="pres">
      <dgm:prSet presAssocID="{5E0A1DA6-E6B1-4A5B-8909-6BA61F1B3175}" presName="bgRect" presStyleLbl="bgShp" presStyleIdx="2" presStyleCnt="5"/>
      <dgm:spPr/>
    </dgm:pt>
    <dgm:pt modelId="{AB68ADC5-7994-4257-A319-402F8A40BB40}" type="pres">
      <dgm:prSet presAssocID="{5E0A1DA6-E6B1-4A5B-8909-6BA61F1B317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Walk"/>
        </a:ext>
      </dgm:extLst>
    </dgm:pt>
    <dgm:pt modelId="{ED696DC6-8E26-422B-A3C6-4A74722B60AC}" type="pres">
      <dgm:prSet presAssocID="{5E0A1DA6-E6B1-4A5B-8909-6BA61F1B3175}" presName="spaceRect" presStyleCnt="0"/>
      <dgm:spPr/>
    </dgm:pt>
    <dgm:pt modelId="{43034B36-AF4A-4013-A383-C47074420070}" type="pres">
      <dgm:prSet presAssocID="{5E0A1DA6-E6B1-4A5B-8909-6BA61F1B3175}" presName="parTx" presStyleLbl="revTx" presStyleIdx="2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939BC4B-2521-4C4D-AD06-14016C7404CD}" type="pres">
      <dgm:prSet presAssocID="{ACDF7D8E-D770-486D-8262-125022F9CCD9}" presName="sibTrans" presStyleCnt="0"/>
      <dgm:spPr/>
    </dgm:pt>
    <dgm:pt modelId="{2246E13F-D1C0-47D7-B7FF-BCECC14203DD}" type="pres">
      <dgm:prSet presAssocID="{29F91218-7D72-4F7F-A0D9-9B36563531A9}" presName="compNode" presStyleCnt="0"/>
      <dgm:spPr/>
    </dgm:pt>
    <dgm:pt modelId="{C3B411D5-E8BC-4DCF-BD61-34BE18B72FED}" type="pres">
      <dgm:prSet presAssocID="{29F91218-7D72-4F7F-A0D9-9B36563531A9}" presName="bgRect" presStyleLbl="bgShp" presStyleIdx="3" presStyleCnt="5"/>
      <dgm:spPr/>
    </dgm:pt>
    <dgm:pt modelId="{F38E7C67-11A9-40B8-967D-F1404C70490E}" type="pres">
      <dgm:prSet presAssocID="{29F91218-7D72-4F7F-A0D9-9B36563531A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Snow"/>
        </a:ext>
      </dgm:extLst>
    </dgm:pt>
    <dgm:pt modelId="{DF5B78CE-DC65-47A4-9406-BDC14466DBEA}" type="pres">
      <dgm:prSet presAssocID="{29F91218-7D72-4F7F-A0D9-9B36563531A9}" presName="spaceRect" presStyleCnt="0"/>
      <dgm:spPr/>
    </dgm:pt>
    <dgm:pt modelId="{81E63328-1263-41DC-B50D-F13D54DAB6E5}" type="pres">
      <dgm:prSet presAssocID="{29F91218-7D72-4F7F-A0D9-9B36563531A9}" presName="parTx" presStyleLbl="revTx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B48AF31-38B3-407C-9983-223BEBAF6A04}" type="pres">
      <dgm:prSet presAssocID="{B4A0E14F-625D-4FBE-BB49-6A8999D778F1}" presName="sibTrans" presStyleCnt="0"/>
      <dgm:spPr/>
    </dgm:pt>
    <dgm:pt modelId="{80E9702D-0399-40F9-AEDF-F38C5ACC0D94}" type="pres">
      <dgm:prSet presAssocID="{28A8152E-A57B-4E1C-ACCF-44310CE49BA3}" presName="compNode" presStyleCnt="0"/>
      <dgm:spPr/>
    </dgm:pt>
    <dgm:pt modelId="{8FE1311E-5A1F-44CB-BC5D-D252AEC63A5A}" type="pres">
      <dgm:prSet presAssocID="{28A8152E-A57B-4E1C-ACCF-44310CE49BA3}" presName="bgRect" presStyleLbl="bgShp" presStyleIdx="4" presStyleCnt="5"/>
      <dgm:spPr/>
    </dgm:pt>
    <dgm:pt modelId="{D9D9548C-1603-4CAB-B0FE-EED9A3579AEA}" type="pres">
      <dgm:prSet presAssocID="{28A8152E-A57B-4E1C-ACCF-44310CE49BA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Money Envelope"/>
        </a:ext>
      </dgm:extLst>
    </dgm:pt>
    <dgm:pt modelId="{6A66AA38-648D-4A2A-8411-C0B03CBBAC65}" type="pres">
      <dgm:prSet presAssocID="{28A8152E-A57B-4E1C-ACCF-44310CE49BA3}" presName="spaceRect" presStyleCnt="0"/>
      <dgm:spPr/>
    </dgm:pt>
    <dgm:pt modelId="{8B83B8CE-F5BD-4074-8048-9BD2D57A0E2C}" type="pres">
      <dgm:prSet presAssocID="{28A8152E-A57B-4E1C-ACCF-44310CE49BA3}" presName="parTx" presStyleLbl="revTx" presStyleIdx="4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63223A8C-1E46-4E39-B078-813D6541C4BD}" type="presOf" srcId="{92D35EF4-32EE-4D05-A1F3-4B328BB29C82}" destId="{A98890ED-29B1-449A-BA2A-CC1FF5E12604}" srcOrd="0" destOrd="0" presId="urn:microsoft.com/office/officeart/2018/2/layout/IconVerticalSolidList"/>
    <dgm:cxn modelId="{52B0BCA5-0A06-4EFA-BAF9-B589ED734BD3}" srcId="{CD2E78AB-BBEA-4770-A492-857C31903F00}" destId="{8C2E74EA-5B1C-417C-AE8E-E79CAB41B1BD}" srcOrd="1" destOrd="0" parTransId="{FDB7C5A8-0DE5-419C-82D4-53A81C54E29B}" sibTransId="{1E1E55A4-7050-4CFB-89B0-5F2FEF41F553}"/>
    <dgm:cxn modelId="{A7E5F91E-7F9C-4FF3-AD24-75567F60BE40}" type="presOf" srcId="{8C2E74EA-5B1C-417C-AE8E-E79CAB41B1BD}" destId="{642C34A6-B050-4CBF-8167-629CB98770EE}" srcOrd="0" destOrd="0" presId="urn:microsoft.com/office/officeart/2018/2/layout/IconVerticalSolidList"/>
    <dgm:cxn modelId="{C324E5BB-B099-4A2D-926F-383F1EFFB6F3}" srcId="{CD2E78AB-BBEA-4770-A492-857C31903F00}" destId="{5E0A1DA6-E6B1-4A5B-8909-6BA61F1B3175}" srcOrd="2" destOrd="0" parTransId="{DF6DBC56-2521-4636-8401-F9752C92B226}" sibTransId="{ACDF7D8E-D770-486D-8262-125022F9CCD9}"/>
    <dgm:cxn modelId="{BD895383-3D1E-488B-AC86-752B274C2B29}" type="presOf" srcId="{CD2E78AB-BBEA-4770-A492-857C31903F00}" destId="{48D58AA7-80F9-46D6-A8A0-4282DCF06C9D}" srcOrd="0" destOrd="0" presId="urn:microsoft.com/office/officeart/2018/2/layout/IconVerticalSolidList"/>
    <dgm:cxn modelId="{FB59CA2B-AE41-4BD2-939D-98D233E3AFFE}" type="presOf" srcId="{28A8152E-A57B-4E1C-ACCF-44310CE49BA3}" destId="{8B83B8CE-F5BD-4074-8048-9BD2D57A0E2C}" srcOrd="0" destOrd="0" presId="urn:microsoft.com/office/officeart/2018/2/layout/IconVerticalSolidList"/>
    <dgm:cxn modelId="{3E57A94B-FC27-4F02-8208-5C7888B19B36}" srcId="{CD2E78AB-BBEA-4770-A492-857C31903F00}" destId="{28A8152E-A57B-4E1C-ACCF-44310CE49BA3}" srcOrd="4" destOrd="0" parTransId="{C16094B0-D613-48A0-A09A-ED777BF80182}" sibTransId="{45711172-E9DB-4760-B18F-7EBC2206D7C9}"/>
    <dgm:cxn modelId="{1673869A-7B8D-418C-A484-A803151CA8B7}" srcId="{CD2E78AB-BBEA-4770-A492-857C31903F00}" destId="{92D35EF4-32EE-4D05-A1F3-4B328BB29C82}" srcOrd="0" destOrd="0" parTransId="{2722F0DB-08D2-49C8-9200-3B4B9B8634FF}" sibTransId="{F66D1EB9-8824-432D-80C0-81E27BA90D71}"/>
    <dgm:cxn modelId="{E5C03673-C1C0-43A6-886D-F4E583F91269}" srcId="{CD2E78AB-BBEA-4770-A492-857C31903F00}" destId="{29F91218-7D72-4F7F-A0D9-9B36563531A9}" srcOrd="3" destOrd="0" parTransId="{8255112B-CC4C-402A-98C0-C38C50042BBC}" sibTransId="{B4A0E14F-625D-4FBE-BB49-6A8999D778F1}"/>
    <dgm:cxn modelId="{8CCABA2A-CD92-4123-99A1-A4500E77D37A}" type="presOf" srcId="{5E0A1DA6-E6B1-4A5B-8909-6BA61F1B3175}" destId="{43034B36-AF4A-4013-A383-C47074420070}" srcOrd="0" destOrd="0" presId="urn:microsoft.com/office/officeart/2018/2/layout/IconVerticalSolidList"/>
    <dgm:cxn modelId="{590D2BCB-EEF3-434E-9B69-11F5C4B841A0}" type="presOf" srcId="{29F91218-7D72-4F7F-A0D9-9B36563531A9}" destId="{81E63328-1263-41DC-B50D-F13D54DAB6E5}" srcOrd="0" destOrd="0" presId="urn:microsoft.com/office/officeart/2018/2/layout/IconVerticalSolidList"/>
    <dgm:cxn modelId="{38071D00-6F18-431B-BE0F-379B89E802D7}" type="presParOf" srcId="{48D58AA7-80F9-46D6-A8A0-4282DCF06C9D}" destId="{B46B2694-23A9-48C0-A91C-5BA7B3ABD369}" srcOrd="0" destOrd="0" presId="urn:microsoft.com/office/officeart/2018/2/layout/IconVerticalSolidList"/>
    <dgm:cxn modelId="{B6A7D4F7-D4A0-4A55-B8E5-6A986E602956}" type="presParOf" srcId="{B46B2694-23A9-48C0-A91C-5BA7B3ABD369}" destId="{9AFA89AB-22ED-408F-9C7E-873BE574897D}" srcOrd="0" destOrd="0" presId="urn:microsoft.com/office/officeart/2018/2/layout/IconVerticalSolidList"/>
    <dgm:cxn modelId="{031C7335-82A6-44FF-8FE4-EB87F491BFAD}" type="presParOf" srcId="{B46B2694-23A9-48C0-A91C-5BA7B3ABD369}" destId="{F6DD31E7-E072-41D1-9182-7AC6BB6B0A29}" srcOrd="1" destOrd="0" presId="urn:microsoft.com/office/officeart/2018/2/layout/IconVerticalSolidList"/>
    <dgm:cxn modelId="{85574C55-18DE-4505-A22D-48E67E0BCA34}" type="presParOf" srcId="{B46B2694-23A9-48C0-A91C-5BA7B3ABD369}" destId="{DE3C025B-212B-4167-BD3A-020E4D96BE77}" srcOrd="2" destOrd="0" presId="urn:microsoft.com/office/officeart/2018/2/layout/IconVerticalSolidList"/>
    <dgm:cxn modelId="{9E688190-AAA2-4601-AD8D-1B4727E6D552}" type="presParOf" srcId="{B46B2694-23A9-48C0-A91C-5BA7B3ABD369}" destId="{A98890ED-29B1-449A-BA2A-CC1FF5E12604}" srcOrd="3" destOrd="0" presId="urn:microsoft.com/office/officeart/2018/2/layout/IconVerticalSolidList"/>
    <dgm:cxn modelId="{0EDD8C1D-792D-4F47-9A96-1F095A2C8588}" type="presParOf" srcId="{48D58AA7-80F9-46D6-A8A0-4282DCF06C9D}" destId="{03302997-8D5E-486E-BC4F-A8AA3273B378}" srcOrd="1" destOrd="0" presId="urn:microsoft.com/office/officeart/2018/2/layout/IconVerticalSolidList"/>
    <dgm:cxn modelId="{3A9073EE-2882-4CEC-9B69-9EA874D924D5}" type="presParOf" srcId="{48D58AA7-80F9-46D6-A8A0-4282DCF06C9D}" destId="{AABE2ABE-B6F1-476E-9E27-EB3C449D8728}" srcOrd="2" destOrd="0" presId="urn:microsoft.com/office/officeart/2018/2/layout/IconVerticalSolidList"/>
    <dgm:cxn modelId="{03B4A8E4-1FD1-41C5-8738-4054B1AC4BAC}" type="presParOf" srcId="{AABE2ABE-B6F1-476E-9E27-EB3C449D8728}" destId="{956559BB-9E29-4E9B-9865-0D2F0411D210}" srcOrd="0" destOrd="0" presId="urn:microsoft.com/office/officeart/2018/2/layout/IconVerticalSolidList"/>
    <dgm:cxn modelId="{7962CFEE-DA05-4CE8-A9E3-F1DB4DB18250}" type="presParOf" srcId="{AABE2ABE-B6F1-476E-9E27-EB3C449D8728}" destId="{02918B2F-8319-44B4-8A65-DE0A669C2EE3}" srcOrd="1" destOrd="0" presId="urn:microsoft.com/office/officeart/2018/2/layout/IconVerticalSolidList"/>
    <dgm:cxn modelId="{1382CC0E-0A5B-41A8-A4D8-4287D4670592}" type="presParOf" srcId="{AABE2ABE-B6F1-476E-9E27-EB3C449D8728}" destId="{A4F1F340-7C1A-4EBF-B905-5B15E66FFDAB}" srcOrd="2" destOrd="0" presId="urn:microsoft.com/office/officeart/2018/2/layout/IconVerticalSolidList"/>
    <dgm:cxn modelId="{D4B9282E-5A5E-434E-9DD3-D1893977FADD}" type="presParOf" srcId="{AABE2ABE-B6F1-476E-9E27-EB3C449D8728}" destId="{642C34A6-B050-4CBF-8167-629CB98770EE}" srcOrd="3" destOrd="0" presId="urn:microsoft.com/office/officeart/2018/2/layout/IconVerticalSolidList"/>
    <dgm:cxn modelId="{0B1C2D9B-D091-408D-AE99-4BD54ACF7047}" type="presParOf" srcId="{48D58AA7-80F9-46D6-A8A0-4282DCF06C9D}" destId="{8305CEDC-EEF4-4C3C-88B7-A7BA5C6C3499}" srcOrd="3" destOrd="0" presId="urn:microsoft.com/office/officeart/2018/2/layout/IconVerticalSolidList"/>
    <dgm:cxn modelId="{052EA8D6-6CBF-4830-A6D0-0BDC93F4E560}" type="presParOf" srcId="{48D58AA7-80F9-46D6-A8A0-4282DCF06C9D}" destId="{808B695B-1F6A-4246-A912-6FD99A29B094}" srcOrd="4" destOrd="0" presId="urn:microsoft.com/office/officeart/2018/2/layout/IconVerticalSolidList"/>
    <dgm:cxn modelId="{734EA099-332C-435C-B9D9-0400D5438987}" type="presParOf" srcId="{808B695B-1F6A-4246-A912-6FD99A29B094}" destId="{31524E3E-9936-49AA-B405-FCDCA925F974}" srcOrd="0" destOrd="0" presId="urn:microsoft.com/office/officeart/2018/2/layout/IconVerticalSolidList"/>
    <dgm:cxn modelId="{A2554793-588C-4331-9398-2F5FB97BDFBF}" type="presParOf" srcId="{808B695B-1F6A-4246-A912-6FD99A29B094}" destId="{AB68ADC5-7994-4257-A319-402F8A40BB40}" srcOrd="1" destOrd="0" presId="urn:microsoft.com/office/officeart/2018/2/layout/IconVerticalSolidList"/>
    <dgm:cxn modelId="{15BB0481-070C-411C-80F7-A0B311E8CEB6}" type="presParOf" srcId="{808B695B-1F6A-4246-A912-6FD99A29B094}" destId="{ED696DC6-8E26-422B-A3C6-4A74722B60AC}" srcOrd="2" destOrd="0" presId="urn:microsoft.com/office/officeart/2018/2/layout/IconVerticalSolidList"/>
    <dgm:cxn modelId="{5825DFD6-9664-4819-82DA-9727796D171B}" type="presParOf" srcId="{808B695B-1F6A-4246-A912-6FD99A29B094}" destId="{43034B36-AF4A-4013-A383-C47074420070}" srcOrd="3" destOrd="0" presId="urn:microsoft.com/office/officeart/2018/2/layout/IconVerticalSolidList"/>
    <dgm:cxn modelId="{804131DE-BDBB-4689-8871-F2A318F7A763}" type="presParOf" srcId="{48D58AA7-80F9-46D6-A8A0-4282DCF06C9D}" destId="{6939BC4B-2521-4C4D-AD06-14016C7404CD}" srcOrd="5" destOrd="0" presId="urn:microsoft.com/office/officeart/2018/2/layout/IconVerticalSolidList"/>
    <dgm:cxn modelId="{AC8954FD-53BB-4BBA-A03C-26EFEC8FDD4A}" type="presParOf" srcId="{48D58AA7-80F9-46D6-A8A0-4282DCF06C9D}" destId="{2246E13F-D1C0-47D7-B7FF-BCECC14203DD}" srcOrd="6" destOrd="0" presId="urn:microsoft.com/office/officeart/2018/2/layout/IconVerticalSolidList"/>
    <dgm:cxn modelId="{CE2DC205-EF15-4355-90E3-505F43BE21F4}" type="presParOf" srcId="{2246E13F-D1C0-47D7-B7FF-BCECC14203DD}" destId="{C3B411D5-E8BC-4DCF-BD61-34BE18B72FED}" srcOrd="0" destOrd="0" presId="urn:microsoft.com/office/officeart/2018/2/layout/IconVerticalSolidList"/>
    <dgm:cxn modelId="{9C5D21E5-00D3-4279-9F9F-44118A542930}" type="presParOf" srcId="{2246E13F-D1C0-47D7-B7FF-BCECC14203DD}" destId="{F38E7C67-11A9-40B8-967D-F1404C70490E}" srcOrd="1" destOrd="0" presId="urn:microsoft.com/office/officeart/2018/2/layout/IconVerticalSolidList"/>
    <dgm:cxn modelId="{721F0A25-0911-4D12-968C-5C70DB299ED0}" type="presParOf" srcId="{2246E13F-D1C0-47D7-B7FF-BCECC14203DD}" destId="{DF5B78CE-DC65-47A4-9406-BDC14466DBEA}" srcOrd="2" destOrd="0" presId="urn:microsoft.com/office/officeart/2018/2/layout/IconVerticalSolidList"/>
    <dgm:cxn modelId="{21562CBF-D1B9-45A7-A4C7-599778F0FFA9}" type="presParOf" srcId="{2246E13F-D1C0-47D7-B7FF-BCECC14203DD}" destId="{81E63328-1263-41DC-B50D-F13D54DAB6E5}" srcOrd="3" destOrd="0" presId="urn:microsoft.com/office/officeart/2018/2/layout/IconVerticalSolidList"/>
    <dgm:cxn modelId="{F929A1A1-60F5-4B3B-895B-CAFB9143E285}" type="presParOf" srcId="{48D58AA7-80F9-46D6-A8A0-4282DCF06C9D}" destId="{2B48AF31-38B3-407C-9983-223BEBAF6A04}" srcOrd="7" destOrd="0" presId="urn:microsoft.com/office/officeart/2018/2/layout/IconVerticalSolidList"/>
    <dgm:cxn modelId="{4CA0D69B-80CF-49B0-A80B-602C57D26B93}" type="presParOf" srcId="{48D58AA7-80F9-46D6-A8A0-4282DCF06C9D}" destId="{80E9702D-0399-40F9-AEDF-F38C5ACC0D94}" srcOrd="8" destOrd="0" presId="urn:microsoft.com/office/officeart/2018/2/layout/IconVerticalSolidList"/>
    <dgm:cxn modelId="{BCB4BAE2-6177-4859-998A-38611FB5F94F}" type="presParOf" srcId="{80E9702D-0399-40F9-AEDF-F38C5ACC0D94}" destId="{8FE1311E-5A1F-44CB-BC5D-D252AEC63A5A}" srcOrd="0" destOrd="0" presId="urn:microsoft.com/office/officeart/2018/2/layout/IconVerticalSolidList"/>
    <dgm:cxn modelId="{C2383CC0-0AAD-40C2-9D94-ADD74585B355}" type="presParOf" srcId="{80E9702D-0399-40F9-AEDF-F38C5ACC0D94}" destId="{D9D9548C-1603-4CAB-B0FE-EED9A3579AEA}" srcOrd="1" destOrd="0" presId="urn:microsoft.com/office/officeart/2018/2/layout/IconVerticalSolidList"/>
    <dgm:cxn modelId="{DB39482F-615D-4BBB-A70C-6CFBD9928C9B}" type="presParOf" srcId="{80E9702D-0399-40F9-AEDF-F38C5ACC0D94}" destId="{6A66AA38-648D-4A2A-8411-C0B03CBBAC65}" srcOrd="2" destOrd="0" presId="urn:microsoft.com/office/officeart/2018/2/layout/IconVerticalSolidList"/>
    <dgm:cxn modelId="{32D364EC-5D90-49BD-AA9E-C4581562FF22}" type="presParOf" srcId="{80E9702D-0399-40F9-AEDF-F38C5ACC0D94}" destId="{8B83B8CE-F5BD-4074-8048-9BD2D57A0E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E9F56C-255D-4823-B3BD-BCFE5C1330F4}" type="doc">
      <dgm:prSet loTypeId="urn:microsoft.com/office/officeart/2005/8/layout/list1" loCatId="list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9F89B6F7-A679-4CEE-921F-2C09B881AEE1}">
      <dgm:prSet/>
      <dgm:spPr/>
      <dgm:t>
        <a:bodyPr/>
        <a:lstStyle/>
        <a:p>
          <a:r>
            <a:rPr lang="en-US"/>
            <a:t>Why Random Forest over Logistic Regression?</a:t>
          </a:r>
        </a:p>
      </dgm:t>
    </dgm:pt>
    <dgm:pt modelId="{F1C79F59-27AE-4F16-8EAA-516EB6FE579C}" type="parTrans" cxnId="{83BD06D5-AA03-4DAD-ACF6-C7239054E601}">
      <dgm:prSet/>
      <dgm:spPr/>
      <dgm:t>
        <a:bodyPr/>
        <a:lstStyle/>
        <a:p>
          <a:endParaRPr lang="en-US"/>
        </a:p>
      </dgm:t>
    </dgm:pt>
    <dgm:pt modelId="{EE8E58B6-2AEC-4292-97D2-F58208C0CA77}" type="sibTrans" cxnId="{83BD06D5-AA03-4DAD-ACF6-C7239054E601}">
      <dgm:prSet/>
      <dgm:spPr/>
      <dgm:t>
        <a:bodyPr/>
        <a:lstStyle/>
        <a:p>
          <a:endParaRPr lang="en-US"/>
        </a:p>
      </dgm:t>
    </dgm:pt>
    <dgm:pt modelId="{AF2DCCEA-345D-4924-8A7A-D8AD70AC4DF7}">
      <dgm:prSet/>
      <dgm:spPr/>
      <dgm:t>
        <a:bodyPr/>
        <a:lstStyle/>
        <a:p>
          <a:r>
            <a:rPr lang="en-US" baseline="0"/>
            <a:t>98% recall on HIGH RISK — only 2% of real dangers go unwarned vs 8% for LR</a:t>
          </a:r>
          <a:endParaRPr lang="en-US"/>
        </a:p>
      </dgm:t>
    </dgm:pt>
    <dgm:pt modelId="{438FEA13-20D3-4E1A-B31F-2717F6CD56DA}" type="parTrans" cxnId="{65484570-83AE-496A-ACA7-F30DC4A6F7F5}">
      <dgm:prSet/>
      <dgm:spPr/>
      <dgm:t>
        <a:bodyPr/>
        <a:lstStyle/>
        <a:p>
          <a:endParaRPr lang="en-US"/>
        </a:p>
      </dgm:t>
    </dgm:pt>
    <dgm:pt modelId="{B27AC4BE-D7D9-46C9-ACB7-FF52C6986E42}" type="sibTrans" cxnId="{65484570-83AE-496A-ACA7-F30DC4A6F7F5}">
      <dgm:prSet/>
      <dgm:spPr/>
      <dgm:t>
        <a:bodyPr/>
        <a:lstStyle/>
        <a:p>
          <a:endParaRPr lang="en-US"/>
        </a:p>
      </dgm:t>
    </dgm:pt>
    <dgm:pt modelId="{A0FC9A4F-CE13-4266-9A08-2778D49144D8}">
      <dgm:prSet/>
      <dgm:spPr/>
      <dgm:t>
        <a:bodyPr/>
        <a:lstStyle/>
        <a:p>
          <a:r>
            <a:rPr lang="en-US" baseline="0"/>
            <a:t>Captures non-linear interactions between speed, distance, and road condition</a:t>
          </a:r>
          <a:endParaRPr lang="en-US"/>
        </a:p>
      </dgm:t>
    </dgm:pt>
    <dgm:pt modelId="{82290BC4-F44A-4BCA-9EE3-BF7290C8CF7C}" type="parTrans" cxnId="{FF733673-C256-41E4-B5E0-420012D54B91}">
      <dgm:prSet/>
      <dgm:spPr/>
      <dgm:t>
        <a:bodyPr/>
        <a:lstStyle/>
        <a:p>
          <a:endParaRPr lang="en-US"/>
        </a:p>
      </dgm:t>
    </dgm:pt>
    <dgm:pt modelId="{A2500D87-D3C0-4CB4-B04A-707D54C21D2C}" type="sibTrans" cxnId="{FF733673-C256-41E4-B5E0-420012D54B91}">
      <dgm:prSet/>
      <dgm:spPr/>
      <dgm:t>
        <a:bodyPr/>
        <a:lstStyle/>
        <a:p>
          <a:endParaRPr lang="en-US"/>
        </a:p>
      </dgm:t>
    </dgm:pt>
    <dgm:pt modelId="{904B924C-DB36-4A18-8384-83F12BF812FD}">
      <dgm:prSet/>
      <dgm:spPr/>
      <dgm:t>
        <a:bodyPr/>
        <a:lstStyle/>
        <a:p>
          <a:r>
            <a:rPr lang="en-US" baseline="0"/>
            <a:t>4.5× fewer false negatives — the metric that matters most in a safety system</a:t>
          </a:r>
          <a:endParaRPr lang="en-US"/>
        </a:p>
      </dgm:t>
    </dgm:pt>
    <dgm:pt modelId="{7D237616-2609-4B41-A0C6-019AB4B59938}" type="parTrans" cxnId="{4975C1EF-B6D6-47BF-91DC-D4E5646AEB09}">
      <dgm:prSet/>
      <dgm:spPr/>
      <dgm:t>
        <a:bodyPr/>
        <a:lstStyle/>
        <a:p>
          <a:endParaRPr lang="en-US"/>
        </a:p>
      </dgm:t>
    </dgm:pt>
    <dgm:pt modelId="{9588A0DC-3CCA-4CA5-BE23-31CC627D50E1}" type="sibTrans" cxnId="{4975C1EF-B6D6-47BF-91DC-D4E5646AEB09}">
      <dgm:prSet/>
      <dgm:spPr/>
      <dgm:t>
        <a:bodyPr/>
        <a:lstStyle/>
        <a:p>
          <a:endParaRPr lang="en-US"/>
        </a:p>
      </dgm:t>
    </dgm:pt>
    <dgm:pt modelId="{E39A8E22-CDAF-44C1-B49A-79E44EAD2330}">
      <dgm:prSet/>
      <dgm:spPr/>
      <dgm:t>
        <a:bodyPr/>
        <a:lstStyle/>
        <a:p>
          <a:r>
            <a:rPr lang="en-US" baseline="0"/>
            <a:t>AUC-ROC of 0.9998 — near-perfect discrimination at all thresholds.</a:t>
          </a:r>
          <a:endParaRPr lang="en-US"/>
        </a:p>
      </dgm:t>
    </dgm:pt>
    <dgm:pt modelId="{420D6456-E45E-4A79-8DA7-5F8F34676999}" type="parTrans" cxnId="{FE93B16A-CF5E-483B-A282-F7FE16B2490D}">
      <dgm:prSet/>
      <dgm:spPr/>
      <dgm:t>
        <a:bodyPr/>
        <a:lstStyle/>
        <a:p>
          <a:endParaRPr lang="en-US"/>
        </a:p>
      </dgm:t>
    </dgm:pt>
    <dgm:pt modelId="{107ACF41-9CE1-4576-86A6-E496F4889546}" type="sibTrans" cxnId="{FE93B16A-CF5E-483B-A282-F7FE16B2490D}">
      <dgm:prSet/>
      <dgm:spPr/>
      <dgm:t>
        <a:bodyPr/>
        <a:lstStyle/>
        <a:p>
          <a:endParaRPr lang="en-US"/>
        </a:p>
      </dgm:t>
    </dgm:pt>
    <dgm:pt modelId="{187A4669-2FC0-4B46-8039-D13B0AC6F393}">
      <dgm:prSet/>
      <dgm:spPr/>
      <dgm:t>
        <a:bodyPr/>
        <a:lstStyle/>
        <a:p>
          <a:r>
            <a:rPr lang="en-US"/>
            <a:t>Why not deep learning?</a:t>
          </a:r>
        </a:p>
      </dgm:t>
    </dgm:pt>
    <dgm:pt modelId="{D029AC75-2F79-4978-B07A-C977F42B7D37}" type="parTrans" cxnId="{388EE69F-3F24-42D9-8F2E-8C714A1B1ED6}">
      <dgm:prSet/>
      <dgm:spPr/>
      <dgm:t>
        <a:bodyPr/>
        <a:lstStyle/>
        <a:p>
          <a:endParaRPr lang="en-US"/>
        </a:p>
      </dgm:t>
    </dgm:pt>
    <dgm:pt modelId="{67391CF5-9BC6-4396-85E6-E1F0C89D1BD0}" type="sibTrans" cxnId="{388EE69F-3F24-42D9-8F2E-8C714A1B1ED6}">
      <dgm:prSet/>
      <dgm:spPr/>
      <dgm:t>
        <a:bodyPr/>
        <a:lstStyle/>
        <a:p>
          <a:endParaRPr lang="en-US"/>
        </a:p>
      </dgm:t>
    </dgm:pt>
    <dgm:pt modelId="{3CE2A95C-78F9-4F40-9574-272B84BFE766}">
      <dgm:prSet/>
      <dgm:spPr/>
      <dgm:t>
        <a:bodyPr/>
        <a:lstStyle/>
        <a:p>
          <a:r>
            <a:rPr lang="en-US" baseline="0"/>
            <a:t>Dataset is tabular — tree-based models are proven optimal for structured data</a:t>
          </a:r>
          <a:endParaRPr lang="en-US"/>
        </a:p>
      </dgm:t>
    </dgm:pt>
    <dgm:pt modelId="{7A19139B-4AE7-497A-8955-AC47245CB344}" type="parTrans" cxnId="{C9F768E5-5EF1-4FCD-B941-657D70128D8A}">
      <dgm:prSet/>
      <dgm:spPr/>
      <dgm:t>
        <a:bodyPr/>
        <a:lstStyle/>
        <a:p>
          <a:endParaRPr lang="en-US"/>
        </a:p>
      </dgm:t>
    </dgm:pt>
    <dgm:pt modelId="{DF0C7E4F-BBC4-4E83-868C-59DF26A6CF61}" type="sibTrans" cxnId="{C9F768E5-5EF1-4FCD-B941-657D70128D8A}">
      <dgm:prSet/>
      <dgm:spPr/>
      <dgm:t>
        <a:bodyPr/>
        <a:lstStyle/>
        <a:p>
          <a:endParaRPr lang="en-US"/>
        </a:p>
      </dgm:t>
    </dgm:pt>
    <dgm:pt modelId="{7A3FD6C5-9383-4759-BF41-6E20D36EE4BA}">
      <dgm:prSet/>
      <dgm:spPr/>
      <dgm:t>
        <a:bodyPr/>
        <a:lstStyle/>
        <a:p>
          <a:r>
            <a:rPr lang="en-US" baseline="0"/>
            <a:t>Random Forest is interpretable — feature importance is explainable to stakeholders</a:t>
          </a:r>
          <a:endParaRPr lang="en-US"/>
        </a:p>
      </dgm:t>
    </dgm:pt>
    <dgm:pt modelId="{3DE2C48C-4211-4CC2-AF71-362E6469AA51}" type="parTrans" cxnId="{6EC7EDC2-ADC7-4C6F-816E-77860CA9E22B}">
      <dgm:prSet/>
      <dgm:spPr/>
      <dgm:t>
        <a:bodyPr/>
        <a:lstStyle/>
        <a:p>
          <a:endParaRPr lang="en-US"/>
        </a:p>
      </dgm:t>
    </dgm:pt>
    <dgm:pt modelId="{FFC1E70C-D4F8-499C-97B8-2397202DF34F}" type="sibTrans" cxnId="{6EC7EDC2-ADC7-4C6F-816E-77860CA9E22B}">
      <dgm:prSet/>
      <dgm:spPr/>
      <dgm:t>
        <a:bodyPr/>
        <a:lstStyle/>
        <a:p>
          <a:endParaRPr lang="en-US"/>
        </a:p>
      </dgm:t>
    </dgm:pt>
    <dgm:pt modelId="{3024A95D-C488-4E4D-B653-E26438633FBC}">
      <dgm:prSet/>
      <dgm:spPr/>
      <dgm:t>
        <a:bodyPr/>
        <a:lstStyle/>
        <a:p>
          <a:r>
            <a:rPr lang="en-US" baseline="0"/>
            <a:t>No need for the computational cost of neural networks at this scale</a:t>
          </a:r>
          <a:endParaRPr lang="en-US"/>
        </a:p>
      </dgm:t>
    </dgm:pt>
    <dgm:pt modelId="{9F33676E-4D0C-4ED0-9C09-B75A3190343B}" type="parTrans" cxnId="{16E0ED17-72D5-4341-92FD-60FE1FF0510B}">
      <dgm:prSet/>
      <dgm:spPr/>
      <dgm:t>
        <a:bodyPr/>
        <a:lstStyle/>
        <a:p>
          <a:endParaRPr lang="en-US"/>
        </a:p>
      </dgm:t>
    </dgm:pt>
    <dgm:pt modelId="{38F78154-040F-4CE6-9C32-658FB3B294F4}" type="sibTrans" cxnId="{16E0ED17-72D5-4341-92FD-60FE1FF0510B}">
      <dgm:prSet/>
      <dgm:spPr/>
      <dgm:t>
        <a:bodyPr/>
        <a:lstStyle/>
        <a:p>
          <a:endParaRPr lang="en-US"/>
        </a:p>
      </dgm:t>
    </dgm:pt>
    <dgm:pt modelId="{5E3CC969-DE31-4494-8618-21CD9725D708}" type="pres">
      <dgm:prSet presAssocID="{51E9F56C-255D-4823-B3BD-BCFE5C1330F4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F6B714E-6C82-4B1B-9E13-51C1DA04C0B1}" type="pres">
      <dgm:prSet presAssocID="{9F89B6F7-A679-4CEE-921F-2C09B881AEE1}" presName="parentLin" presStyleCnt="0"/>
      <dgm:spPr/>
    </dgm:pt>
    <dgm:pt modelId="{25781E6B-EA93-47A1-B611-3614DE0D1D00}" type="pres">
      <dgm:prSet presAssocID="{9F89B6F7-A679-4CEE-921F-2C09B881AEE1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7C1EB1AC-5FCB-441E-B08F-4D78EB794B28}" type="pres">
      <dgm:prSet presAssocID="{9F89B6F7-A679-4CEE-921F-2C09B881AEE1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03B92-A1AA-416D-A184-078306917510}" type="pres">
      <dgm:prSet presAssocID="{9F89B6F7-A679-4CEE-921F-2C09B881AEE1}" presName="negativeSpace" presStyleCnt="0"/>
      <dgm:spPr/>
    </dgm:pt>
    <dgm:pt modelId="{0772BEE7-38B9-4210-8455-FCBA7FBB0335}" type="pres">
      <dgm:prSet presAssocID="{9F89B6F7-A679-4CEE-921F-2C09B881AEE1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EBE41-EF44-49F3-BEE3-8A685DB6DB35}" type="pres">
      <dgm:prSet presAssocID="{EE8E58B6-2AEC-4292-97D2-F58208C0CA77}" presName="spaceBetweenRectangles" presStyleCnt="0"/>
      <dgm:spPr/>
    </dgm:pt>
    <dgm:pt modelId="{9B6BA70D-E115-481B-A299-8EA94471CAC6}" type="pres">
      <dgm:prSet presAssocID="{187A4669-2FC0-4B46-8039-D13B0AC6F393}" presName="parentLin" presStyleCnt="0"/>
      <dgm:spPr/>
    </dgm:pt>
    <dgm:pt modelId="{302A615E-3DFF-43DF-8472-E7B43FC0FB95}" type="pres">
      <dgm:prSet presAssocID="{187A4669-2FC0-4B46-8039-D13B0AC6F393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F3E2A8E9-F0D3-484C-BEB2-A1A1AA49FDF5}" type="pres">
      <dgm:prSet presAssocID="{187A4669-2FC0-4B46-8039-D13B0AC6F393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D357CD-4F27-44FE-8B6E-0C059656ED78}" type="pres">
      <dgm:prSet presAssocID="{187A4669-2FC0-4B46-8039-D13B0AC6F393}" presName="negativeSpace" presStyleCnt="0"/>
      <dgm:spPr/>
    </dgm:pt>
    <dgm:pt modelId="{25E41C16-EC47-4635-B058-193A369C075B}" type="pres">
      <dgm:prSet presAssocID="{187A4669-2FC0-4B46-8039-D13B0AC6F393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725A0FA-7022-40A1-AE35-D19435957652}" type="presOf" srcId="{9F89B6F7-A679-4CEE-921F-2C09B881AEE1}" destId="{25781E6B-EA93-47A1-B611-3614DE0D1D00}" srcOrd="0" destOrd="0" presId="urn:microsoft.com/office/officeart/2005/8/layout/list1"/>
    <dgm:cxn modelId="{388EE69F-3F24-42D9-8F2E-8C714A1B1ED6}" srcId="{51E9F56C-255D-4823-B3BD-BCFE5C1330F4}" destId="{187A4669-2FC0-4B46-8039-D13B0AC6F393}" srcOrd="1" destOrd="0" parTransId="{D029AC75-2F79-4978-B07A-C977F42B7D37}" sibTransId="{67391CF5-9BC6-4396-85E6-E1F0C89D1BD0}"/>
    <dgm:cxn modelId="{65648846-8099-444C-B8C4-24E63C39BA4B}" type="presOf" srcId="{51E9F56C-255D-4823-B3BD-BCFE5C1330F4}" destId="{5E3CC969-DE31-4494-8618-21CD9725D708}" srcOrd="0" destOrd="0" presId="urn:microsoft.com/office/officeart/2005/8/layout/list1"/>
    <dgm:cxn modelId="{5856A176-0D1F-4084-A554-C21FF8930662}" type="presOf" srcId="{3024A95D-C488-4E4D-B653-E26438633FBC}" destId="{25E41C16-EC47-4635-B058-193A369C075B}" srcOrd="0" destOrd="2" presId="urn:microsoft.com/office/officeart/2005/8/layout/list1"/>
    <dgm:cxn modelId="{16E0ED17-72D5-4341-92FD-60FE1FF0510B}" srcId="{187A4669-2FC0-4B46-8039-D13B0AC6F393}" destId="{3024A95D-C488-4E4D-B653-E26438633FBC}" srcOrd="2" destOrd="0" parTransId="{9F33676E-4D0C-4ED0-9C09-B75A3190343B}" sibTransId="{38F78154-040F-4CE6-9C32-658FB3B294F4}"/>
    <dgm:cxn modelId="{CBD88172-B375-4AB1-8543-750ACA30E76B}" type="presOf" srcId="{904B924C-DB36-4A18-8384-83F12BF812FD}" destId="{0772BEE7-38B9-4210-8455-FCBA7FBB0335}" srcOrd="0" destOrd="2" presId="urn:microsoft.com/office/officeart/2005/8/layout/list1"/>
    <dgm:cxn modelId="{5C4FFB3E-F115-4385-8747-68C6A1493D91}" type="presOf" srcId="{3CE2A95C-78F9-4F40-9574-272B84BFE766}" destId="{25E41C16-EC47-4635-B058-193A369C075B}" srcOrd="0" destOrd="0" presId="urn:microsoft.com/office/officeart/2005/8/layout/list1"/>
    <dgm:cxn modelId="{FE93B16A-CF5E-483B-A282-F7FE16B2490D}" srcId="{9F89B6F7-A679-4CEE-921F-2C09B881AEE1}" destId="{E39A8E22-CDAF-44C1-B49A-79E44EAD2330}" srcOrd="3" destOrd="0" parTransId="{420D6456-E45E-4A79-8DA7-5F8F34676999}" sibTransId="{107ACF41-9CE1-4576-86A6-E496F4889546}"/>
    <dgm:cxn modelId="{FA4A8DF8-D433-4436-BA48-0D10FC63896E}" type="presOf" srcId="{AF2DCCEA-345D-4924-8A7A-D8AD70AC4DF7}" destId="{0772BEE7-38B9-4210-8455-FCBA7FBB0335}" srcOrd="0" destOrd="0" presId="urn:microsoft.com/office/officeart/2005/8/layout/list1"/>
    <dgm:cxn modelId="{65484570-83AE-496A-ACA7-F30DC4A6F7F5}" srcId="{9F89B6F7-A679-4CEE-921F-2C09B881AEE1}" destId="{AF2DCCEA-345D-4924-8A7A-D8AD70AC4DF7}" srcOrd="0" destOrd="0" parTransId="{438FEA13-20D3-4E1A-B31F-2717F6CD56DA}" sibTransId="{B27AC4BE-D7D9-46C9-ACB7-FF52C6986E42}"/>
    <dgm:cxn modelId="{DF7560C7-7F5C-4C51-A699-02D6F9404733}" type="presOf" srcId="{A0FC9A4F-CE13-4266-9A08-2778D49144D8}" destId="{0772BEE7-38B9-4210-8455-FCBA7FBB0335}" srcOrd="0" destOrd="1" presId="urn:microsoft.com/office/officeart/2005/8/layout/list1"/>
    <dgm:cxn modelId="{717EA902-60A6-4890-ABF3-FC3BE6858551}" type="presOf" srcId="{9F89B6F7-A679-4CEE-921F-2C09B881AEE1}" destId="{7C1EB1AC-5FCB-441E-B08F-4D78EB794B28}" srcOrd="1" destOrd="0" presId="urn:microsoft.com/office/officeart/2005/8/layout/list1"/>
    <dgm:cxn modelId="{4975C1EF-B6D6-47BF-91DC-D4E5646AEB09}" srcId="{9F89B6F7-A679-4CEE-921F-2C09B881AEE1}" destId="{904B924C-DB36-4A18-8384-83F12BF812FD}" srcOrd="2" destOrd="0" parTransId="{7D237616-2609-4B41-A0C6-019AB4B59938}" sibTransId="{9588A0DC-3CCA-4CA5-BE23-31CC627D50E1}"/>
    <dgm:cxn modelId="{83BD06D5-AA03-4DAD-ACF6-C7239054E601}" srcId="{51E9F56C-255D-4823-B3BD-BCFE5C1330F4}" destId="{9F89B6F7-A679-4CEE-921F-2C09B881AEE1}" srcOrd="0" destOrd="0" parTransId="{F1C79F59-27AE-4F16-8EAA-516EB6FE579C}" sibTransId="{EE8E58B6-2AEC-4292-97D2-F58208C0CA77}"/>
    <dgm:cxn modelId="{1ACEA0FF-4849-4032-A4F2-B0FDA95EA4AF}" type="presOf" srcId="{E39A8E22-CDAF-44C1-B49A-79E44EAD2330}" destId="{0772BEE7-38B9-4210-8455-FCBA7FBB0335}" srcOrd="0" destOrd="3" presId="urn:microsoft.com/office/officeart/2005/8/layout/list1"/>
    <dgm:cxn modelId="{6EC7EDC2-ADC7-4C6F-816E-77860CA9E22B}" srcId="{187A4669-2FC0-4B46-8039-D13B0AC6F393}" destId="{7A3FD6C5-9383-4759-BF41-6E20D36EE4BA}" srcOrd="1" destOrd="0" parTransId="{3DE2C48C-4211-4CC2-AF71-362E6469AA51}" sibTransId="{FFC1E70C-D4F8-499C-97B8-2397202DF34F}"/>
    <dgm:cxn modelId="{C9F768E5-5EF1-4FCD-B941-657D70128D8A}" srcId="{187A4669-2FC0-4B46-8039-D13B0AC6F393}" destId="{3CE2A95C-78F9-4F40-9574-272B84BFE766}" srcOrd="0" destOrd="0" parTransId="{7A19139B-4AE7-497A-8955-AC47245CB344}" sibTransId="{DF0C7E4F-BBC4-4E83-868C-59DF26A6CF61}"/>
    <dgm:cxn modelId="{0929ADFE-FEAD-48F3-8C50-BF6525A86AF6}" type="presOf" srcId="{187A4669-2FC0-4B46-8039-D13B0AC6F393}" destId="{302A615E-3DFF-43DF-8472-E7B43FC0FB95}" srcOrd="0" destOrd="0" presId="urn:microsoft.com/office/officeart/2005/8/layout/list1"/>
    <dgm:cxn modelId="{7F7D206D-9CD2-4AE7-875E-A1A70CF2F1ED}" type="presOf" srcId="{187A4669-2FC0-4B46-8039-D13B0AC6F393}" destId="{F3E2A8E9-F0D3-484C-BEB2-A1A1AA49FDF5}" srcOrd="1" destOrd="0" presId="urn:microsoft.com/office/officeart/2005/8/layout/list1"/>
    <dgm:cxn modelId="{BFFFA813-8689-460E-B1F8-DCB84A8FD4BD}" type="presOf" srcId="{7A3FD6C5-9383-4759-BF41-6E20D36EE4BA}" destId="{25E41C16-EC47-4635-B058-193A369C075B}" srcOrd="0" destOrd="1" presId="urn:microsoft.com/office/officeart/2005/8/layout/list1"/>
    <dgm:cxn modelId="{FF733673-C256-41E4-B5E0-420012D54B91}" srcId="{9F89B6F7-A679-4CEE-921F-2C09B881AEE1}" destId="{A0FC9A4F-CE13-4266-9A08-2778D49144D8}" srcOrd="1" destOrd="0" parTransId="{82290BC4-F44A-4BCA-9EE3-BF7290C8CF7C}" sibTransId="{A2500D87-D3C0-4CB4-B04A-707D54C21D2C}"/>
    <dgm:cxn modelId="{4A4CB736-DE11-4270-A9A6-69B61C8A7790}" type="presParOf" srcId="{5E3CC969-DE31-4494-8618-21CD9725D708}" destId="{9F6B714E-6C82-4B1B-9E13-51C1DA04C0B1}" srcOrd="0" destOrd="0" presId="urn:microsoft.com/office/officeart/2005/8/layout/list1"/>
    <dgm:cxn modelId="{33B16D8B-1D39-4939-AE0F-BD404957A530}" type="presParOf" srcId="{9F6B714E-6C82-4B1B-9E13-51C1DA04C0B1}" destId="{25781E6B-EA93-47A1-B611-3614DE0D1D00}" srcOrd="0" destOrd="0" presId="urn:microsoft.com/office/officeart/2005/8/layout/list1"/>
    <dgm:cxn modelId="{12AC6295-27A0-4F84-9CFA-E4FDDF7537F3}" type="presParOf" srcId="{9F6B714E-6C82-4B1B-9E13-51C1DA04C0B1}" destId="{7C1EB1AC-5FCB-441E-B08F-4D78EB794B28}" srcOrd="1" destOrd="0" presId="urn:microsoft.com/office/officeart/2005/8/layout/list1"/>
    <dgm:cxn modelId="{6F72BD65-7EF2-46C8-BEEF-C0730E447AF8}" type="presParOf" srcId="{5E3CC969-DE31-4494-8618-21CD9725D708}" destId="{EDC03B92-A1AA-416D-A184-078306917510}" srcOrd="1" destOrd="0" presId="urn:microsoft.com/office/officeart/2005/8/layout/list1"/>
    <dgm:cxn modelId="{F569E724-117A-4280-9E73-DDFEA706F052}" type="presParOf" srcId="{5E3CC969-DE31-4494-8618-21CD9725D708}" destId="{0772BEE7-38B9-4210-8455-FCBA7FBB0335}" srcOrd="2" destOrd="0" presId="urn:microsoft.com/office/officeart/2005/8/layout/list1"/>
    <dgm:cxn modelId="{1246F558-CB69-4514-8EC5-66F491E100F0}" type="presParOf" srcId="{5E3CC969-DE31-4494-8618-21CD9725D708}" destId="{25EEBE41-EF44-49F3-BEE3-8A685DB6DB35}" srcOrd="3" destOrd="0" presId="urn:microsoft.com/office/officeart/2005/8/layout/list1"/>
    <dgm:cxn modelId="{1B4BB2AB-F067-42D7-9229-0BBB9F80117D}" type="presParOf" srcId="{5E3CC969-DE31-4494-8618-21CD9725D708}" destId="{9B6BA70D-E115-481B-A299-8EA94471CAC6}" srcOrd="4" destOrd="0" presId="urn:microsoft.com/office/officeart/2005/8/layout/list1"/>
    <dgm:cxn modelId="{7A59B512-6CC5-4E42-99D1-F4EB14937388}" type="presParOf" srcId="{9B6BA70D-E115-481B-A299-8EA94471CAC6}" destId="{302A615E-3DFF-43DF-8472-E7B43FC0FB95}" srcOrd="0" destOrd="0" presId="urn:microsoft.com/office/officeart/2005/8/layout/list1"/>
    <dgm:cxn modelId="{855BA551-4EBB-4994-AF72-D3A638EA1D83}" type="presParOf" srcId="{9B6BA70D-E115-481B-A299-8EA94471CAC6}" destId="{F3E2A8E9-F0D3-484C-BEB2-A1A1AA49FDF5}" srcOrd="1" destOrd="0" presId="urn:microsoft.com/office/officeart/2005/8/layout/list1"/>
    <dgm:cxn modelId="{3CF5469C-2375-474C-A00B-F555818E0C3A}" type="presParOf" srcId="{5E3CC969-DE31-4494-8618-21CD9725D708}" destId="{A0D357CD-4F27-44FE-8B6E-0C059656ED78}" srcOrd="5" destOrd="0" presId="urn:microsoft.com/office/officeart/2005/8/layout/list1"/>
    <dgm:cxn modelId="{3D155FD4-97E3-4348-A6F9-1BCD165E5B4E}" type="presParOf" srcId="{5E3CC969-DE31-4494-8618-21CD9725D708}" destId="{25E41C16-EC47-4635-B058-193A369C075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0322B58-56C8-46DA-90A9-B03C940EF01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CB9376C-CE63-4DC8-B980-CCBFB9F8C738}">
      <dgm:prSet/>
      <dgm:spPr/>
      <dgm:t>
        <a:bodyPr/>
        <a:lstStyle/>
        <a:p>
          <a:r>
            <a:rPr lang="en-US"/>
            <a:t>DRY: 10.3% HIGH RISK</a:t>
          </a:r>
        </a:p>
      </dgm:t>
    </dgm:pt>
    <dgm:pt modelId="{3AB74EA9-5DFE-4B59-BD1E-7DFD928BE5BF}" type="parTrans" cxnId="{5A6A9013-D620-4084-AD9E-AF830901D24B}">
      <dgm:prSet/>
      <dgm:spPr/>
      <dgm:t>
        <a:bodyPr/>
        <a:lstStyle/>
        <a:p>
          <a:endParaRPr lang="en-US"/>
        </a:p>
      </dgm:t>
    </dgm:pt>
    <dgm:pt modelId="{DD70FB01-A012-46F4-8B10-919C1E7F155F}" type="sibTrans" cxnId="{5A6A9013-D620-4084-AD9E-AF830901D24B}">
      <dgm:prSet/>
      <dgm:spPr/>
      <dgm:t>
        <a:bodyPr/>
        <a:lstStyle/>
        <a:p>
          <a:endParaRPr lang="en-US"/>
        </a:p>
      </dgm:t>
    </dgm:pt>
    <dgm:pt modelId="{4887CBB4-198B-43B6-9FFB-A24A21EDB5E6}">
      <dgm:prSet/>
      <dgm:spPr/>
      <dgm:t>
        <a:bodyPr/>
        <a:lstStyle/>
        <a:p>
          <a:r>
            <a:rPr lang="en-US"/>
            <a:t>SNOW: 40.2% HIGH RISK</a:t>
          </a:r>
        </a:p>
      </dgm:t>
    </dgm:pt>
    <dgm:pt modelId="{C0B3D7B8-EA48-4094-9D03-5B01CD999FE9}" type="parTrans" cxnId="{49D1C202-7AF1-4C32-ACCE-79AA0FA60B9F}">
      <dgm:prSet/>
      <dgm:spPr/>
      <dgm:t>
        <a:bodyPr/>
        <a:lstStyle/>
        <a:p>
          <a:endParaRPr lang="en-US"/>
        </a:p>
      </dgm:t>
    </dgm:pt>
    <dgm:pt modelId="{56F48E5B-BE18-4007-81F9-AD3D089D34AE}" type="sibTrans" cxnId="{49D1C202-7AF1-4C32-ACCE-79AA0FA60B9F}">
      <dgm:prSet/>
      <dgm:spPr/>
      <dgm:t>
        <a:bodyPr/>
        <a:lstStyle/>
        <a:p>
          <a:endParaRPr lang="en-US"/>
        </a:p>
      </dgm:t>
    </dgm:pt>
    <dgm:pt modelId="{BCBC202D-4FD4-4A3F-8F35-921B80EF4C04}">
      <dgm:prSet/>
      <dgm:spPr/>
      <dgm:t>
        <a:bodyPr/>
        <a:lstStyle/>
        <a:p>
          <a:r>
            <a:rPr lang="en-US"/>
            <a:t>ICE: 83.7% HIGH RISK</a:t>
          </a:r>
        </a:p>
      </dgm:t>
    </dgm:pt>
    <dgm:pt modelId="{F4610669-09CB-43D9-9626-4CB1A63D487B}" type="parTrans" cxnId="{97A3BBD2-C332-4379-B965-1C5353694E84}">
      <dgm:prSet/>
      <dgm:spPr/>
      <dgm:t>
        <a:bodyPr/>
        <a:lstStyle/>
        <a:p>
          <a:endParaRPr lang="en-US"/>
        </a:p>
      </dgm:t>
    </dgm:pt>
    <dgm:pt modelId="{645C2C8B-64DF-47FF-87FC-0EE83C0445F8}" type="sibTrans" cxnId="{97A3BBD2-C332-4379-B965-1C5353694E84}">
      <dgm:prSet/>
      <dgm:spPr/>
      <dgm:t>
        <a:bodyPr/>
        <a:lstStyle/>
        <a:p>
          <a:endParaRPr lang="en-US"/>
        </a:p>
      </dgm:t>
    </dgm:pt>
    <dgm:pt modelId="{6BB4C86E-4792-400D-B1C9-56B7CD37EF32}">
      <dgm:prSet/>
      <dgm:spPr/>
      <dgm:t>
        <a:bodyPr/>
        <a:lstStyle/>
        <a:p>
          <a:r>
            <a:rPr lang="en-US"/>
            <a:t>The model learned the physics — speed and distance determine stopping risk, road condition amplifies it</a:t>
          </a:r>
        </a:p>
      </dgm:t>
    </dgm:pt>
    <dgm:pt modelId="{DA244336-BC51-460F-8B7A-87EE73802656}" type="parTrans" cxnId="{60887409-E24E-4042-A1E6-9FDAF14D4523}">
      <dgm:prSet/>
      <dgm:spPr/>
      <dgm:t>
        <a:bodyPr/>
        <a:lstStyle/>
        <a:p>
          <a:endParaRPr lang="en-US"/>
        </a:p>
      </dgm:t>
    </dgm:pt>
    <dgm:pt modelId="{11A6B9B8-B84C-4C27-9967-682B95607578}" type="sibTrans" cxnId="{60887409-E24E-4042-A1E6-9FDAF14D4523}">
      <dgm:prSet/>
      <dgm:spPr/>
      <dgm:t>
        <a:bodyPr/>
        <a:lstStyle/>
        <a:p>
          <a:endParaRPr lang="en-US"/>
        </a:p>
      </dgm:t>
    </dgm:pt>
    <dgm:pt modelId="{03C613BF-A5EF-4831-8FD0-888A5B7E233D}" type="pres">
      <dgm:prSet presAssocID="{00322B58-56C8-46DA-90A9-B03C940EF016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775947-A9C2-4D00-A73B-96638BF8599D}" type="pres">
      <dgm:prSet presAssocID="{BCB9376C-CE63-4DC8-B980-CCBFB9F8C738}" presName="compNode" presStyleCnt="0"/>
      <dgm:spPr/>
    </dgm:pt>
    <dgm:pt modelId="{0FA3B639-3B31-443C-908D-E8872F8E14F6}" type="pres">
      <dgm:prSet presAssocID="{BCB9376C-CE63-4DC8-B980-CCBFB9F8C738}" presName="bgRect" presStyleLbl="bgShp" presStyleIdx="0" presStyleCnt="4"/>
      <dgm:spPr/>
    </dgm:pt>
    <dgm:pt modelId="{B732F13E-C662-4328-B203-3CD6D16AF156}" type="pres">
      <dgm:prSet presAssocID="{BCB9376C-CE63-4DC8-B980-CCBFB9F8C7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Water"/>
        </a:ext>
      </dgm:extLst>
    </dgm:pt>
    <dgm:pt modelId="{42F2E8EA-D3E5-4FCA-A348-AA619ED540F0}" type="pres">
      <dgm:prSet presAssocID="{BCB9376C-CE63-4DC8-B980-CCBFB9F8C738}" presName="spaceRect" presStyleCnt="0"/>
      <dgm:spPr/>
    </dgm:pt>
    <dgm:pt modelId="{9DD9926F-22D0-4AA3-AD81-CA287322C966}" type="pres">
      <dgm:prSet presAssocID="{BCB9376C-CE63-4DC8-B980-CCBFB9F8C738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5C2AAAD-4C8E-4164-B3A7-99BD6F853FA5}" type="pres">
      <dgm:prSet presAssocID="{DD70FB01-A012-46F4-8B10-919C1E7F155F}" presName="sibTrans" presStyleCnt="0"/>
      <dgm:spPr/>
    </dgm:pt>
    <dgm:pt modelId="{C9B9985F-CF62-4F3C-8EB3-544ABFBBBA09}" type="pres">
      <dgm:prSet presAssocID="{4887CBB4-198B-43B6-9FFB-A24A21EDB5E6}" presName="compNode" presStyleCnt="0"/>
      <dgm:spPr/>
    </dgm:pt>
    <dgm:pt modelId="{861DABFB-3C56-4216-ABAA-F13FDEE5B54C}" type="pres">
      <dgm:prSet presAssocID="{4887CBB4-198B-43B6-9FFB-A24A21EDB5E6}" presName="bgRect" presStyleLbl="bgShp" presStyleIdx="1" presStyleCnt="4"/>
      <dgm:spPr/>
    </dgm:pt>
    <dgm:pt modelId="{130BD9B2-3785-43A7-8657-EC5525017B77}" type="pres">
      <dgm:prSet presAssocID="{4887CBB4-198B-43B6-9FFB-A24A21EDB5E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Snow"/>
        </a:ext>
      </dgm:extLst>
    </dgm:pt>
    <dgm:pt modelId="{C0210136-1119-4A25-8DA8-42AFBCC0480B}" type="pres">
      <dgm:prSet presAssocID="{4887CBB4-198B-43B6-9FFB-A24A21EDB5E6}" presName="spaceRect" presStyleCnt="0"/>
      <dgm:spPr/>
    </dgm:pt>
    <dgm:pt modelId="{58459C0C-E59F-495B-861F-8782CC3EB919}" type="pres">
      <dgm:prSet presAssocID="{4887CBB4-198B-43B6-9FFB-A24A21EDB5E6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C5456CA-A88A-407E-91B2-B11177584384}" type="pres">
      <dgm:prSet presAssocID="{56F48E5B-BE18-4007-81F9-AD3D089D34AE}" presName="sibTrans" presStyleCnt="0"/>
      <dgm:spPr/>
    </dgm:pt>
    <dgm:pt modelId="{50F3FAB6-CE61-44D9-BA61-C5D440E0E9FF}" type="pres">
      <dgm:prSet presAssocID="{BCBC202D-4FD4-4A3F-8F35-921B80EF4C04}" presName="compNode" presStyleCnt="0"/>
      <dgm:spPr/>
    </dgm:pt>
    <dgm:pt modelId="{79F67BF3-D0DC-4E57-B7EF-858EEE042174}" type="pres">
      <dgm:prSet presAssocID="{BCBC202D-4FD4-4A3F-8F35-921B80EF4C04}" presName="bgRect" presStyleLbl="bgShp" presStyleIdx="2" presStyleCnt="4"/>
      <dgm:spPr/>
    </dgm:pt>
    <dgm:pt modelId="{76B122FB-798B-4153-B175-6ADB9DE4ECD8}" type="pres">
      <dgm:prSet presAssocID="{BCBC202D-4FD4-4A3F-8F35-921B80EF4C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Low Temperature"/>
        </a:ext>
      </dgm:extLst>
    </dgm:pt>
    <dgm:pt modelId="{C70EFB34-705A-40B7-B355-6309D66C9E7B}" type="pres">
      <dgm:prSet presAssocID="{BCBC202D-4FD4-4A3F-8F35-921B80EF4C04}" presName="spaceRect" presStyleCnt="0"/>
      <dgm:spPr/>
    </dgm:pt>
    <dgm:pt modelId="{9B6C632B-6DF8-42B4-87F9-E69578345402}" type="pres">
      <dgm:prSet presAssocID="{BCBC202D-4FD4-4A3F-8F35-921B80EF4C04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0A5C2FD-8A44-4B12-BB63-63B77A817A01}" type="pres">
      <dgm:prSet presAssocID="{645C2C8B-64DF-47FF-87FC-0EE83C0445F8}" presName="sibTrans" presStyleCnt="0"/>
      <dgm:spPr/>
    </dgm:pt>
    <dgm:pt modelId="{55D78DFD-41A6-457D-BAFC-B14935585F88}" type="pres">
      <dgm:prSet presAssocID="{6BB4C86E-4792-400D-B1C9-56B7CD37EF32}" presName="compNode" presStyleCnt="0"/>
      <dgm:spPr/>
    </dgm:pt>
    <dgm:pt modelId="{A8D5B4BE-764B-4456-8D09-1ACB24F3AC0B}" type="pres">
      <dgm:prSet presAssocID="{6BB4C86E-4792-400D-B1C9-56B7CD37EF32}" presName="bgRect" presStyleLbl="bgShp" presStyleIdx="3" presStyleCnt="4"/>
      <dgm:spPr/>
    </dgm:pt>
    <dgm:pt modelId="{1E739905-7012-4851-BE3B-E3A3C9879AAD}" type="pres">
      <dgm:prSet presAssocID="{6BB4C86E-4792-400D-B1C9-56B7CD37EF3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hevron Arrows"/>
        </a:ext>
      </dgm:extLst>
    </dgm:pt>
    <dgm:pt modelId="{F931EFB7-21E1-4621-B3C8-DB08C1C4DAFB}" type="pres">
      <dgm:prSet presAssocID="{6BB4C86E-4792-400D-B1C9-56B7CD37EF32}" presName="spaceRect" presStyleCnt="0"/>
      <dgm:spPr/>
    </dgm:pt>
    <dgm:pt modelId="{82500EAD-426F-4C19-BD8E-0B74BD36E000}" type="pres">
      <dgm:prSet presAssocID="{6BB4C86E-4792-400D-B1C9-56B7CD37EF32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7A4DAC23-9B7F-4C6E-9280-15DBFBB95695}" type="presOf" srcId="{6BB4C86E-4792-400D-B1C9-56B7CD37EF32}" destId="{82500EAD-426F-4C19-BD8E-0B74BD36E000}" srcOrd="0" destOrd="0" presId="urn:microsoft.com/office/officeart/2018/2/layout/IconVerticalSolidList"/>
    <dgm:cxn modelId="{97A3BBD2-C332-4379-B965-1C5353694E84}" srcId="{00322B58-56C8-46DA-90A9-B03C940EF016}" destId="{BCBC202D-4FD4-4A3F-8F35-921B80EF4C04}" srcOrd="2" destOrd="0" parTransId="{F4610669-09CB-43D9-9626-4CB1A63D487B}" sibTransId="{645C2C8B-64DF-47FF-87FC-0EE83C0445F8}"/>
    <dgm:cxn modelId="{5A6A9013-D620-4084-AD9E-AF830901D24B}" srcId="{00322B58-56C8-46DA-90A9-B03C940EF016}" destId="{BCB9376C-CE63-4DC8-B980-CCBFB9F8C738}" srcOrd="0" destOrd="0" parTransId="{3AB74EA9-5DFE-4B59-BD1E-7DFD928BE5BF}" sibTransId="{DD70FB01-A012-46F4-8B10-919C1E7F155F}"/>
    <dgm:cxn modelId="{E720460C-A630-4143-AD2B-CB92E8B5A003}" type="presOf" srcId="{BCBC202D-4FD4-4A3F-8F35-921B80EF4C04}" destId="{9B6C632B-6DF8-42B4-87F9-E69578345402}" srcOrd="0" destOrd="0" presId="urn:microsoft.com/office/officeart/2018/2/layout/IconVerticalSolidList"/>
    <dgm:cxn modelId="{49D1C202-7AF1-4C32-ACCE-79AA0FA60B9F}" srcId="{00322B58-56C8-46DA-90A9-B03C940EF016}" destId="{4887CBB4-198B-43B6-9FFB-A24A21EDB5E6}" srcOrd="1" destOrd="0" parTransId="{C0B3D7B8-EA48-4094-9D03-5B01CD999FE9}" sibTransId="{56F48E5B-BE18-4007-81F9-AD3D089D34AE}"/>
    <dgm:cxn modelId="{60887409-E24E-4042-A1E6-9FDAF14D4523}" srcId="{00322B58-56C8-46DA-90A9-B03C940EF016}" destId="{6BB4C86E-4792-400D-B1C9-56B7CD37EF32}" srcOrd="3" destOrd="0" parTransId="{DA244336-BC51-460F-8B7A-87EE73802656}" sibTransId="{11A6B9B8-B84C-4C27-9967-682B95607578}"/>
    <dgm:cxn modelId="{3EB8A44B-9D61-4338-A075-7E81AA549F98}" type="presOf" srcId="{BCB9376C-CE63-4DC8-B980-CCBFB9F8C738}" destId="{9DD9926F-22D0-4AA3-AD81-CA287322C966}" srcOrd="0" destOrd="0" presId="urn:microsoft.com/office/officeart/2018/2/layout/IconVerticalSolidList"/>
    <dgm:cxn modelId="{75B82724-A8FF-429E-B692-C29E162FA703}" type="presOf" srcId="{4887CBB4-198B-43B6-9FFB-A24A21EDB5E6}" destId="{58459C0C-E59F-495B-861F-8782CC3EB919}" srcOrd="0" destOrd="0" presId="urn:microsoft.com/office/officeart/2018/2/layout/IconVerticalSolidList"/>
    <dgm:cxn modelId="{C1F92533-386D-4F08-8878-C3537ABD68EF}" type="presOf" srcId="{00322B58-56C8-46DA-90A9-B03C940EF016}" destId="{03C613BF-A5EF-4831-8FD0-888A5B7E233D}" srcOrd="0" destOrd="0" presId="urn:microsoft.com/office/officeart/2018/2/layout/IconVerticalSolidList"/>
    <dgm:cxn modelId="{A48BE6AF-59BE-4555-860C-7E009CD69D51}" type="presParOf" srcId="{03C613BF-A5EF-4831-8FD0-888A5B7E233D}" destId="{2D775947-A9C2-4D00-A73B-96638BF8599D}" srcOrd="0" destOrd="0" presId="urn:microsoft.com/office/officeart/2018/2/layout/IconVerticalSolidList"/>
    <dgm:cxn modelId="{9F5D62DE-F422-4064-B055-9104C4551399}" type="presParOf" srcId="{2D775947-A9C2-4D00-A73B-96638BF8599D}" destId="{0FA3B639-3B31-443C-908D-E8872F8E14F6}" srcOrd="0" destOrd="0" presId="urn:microsoft.com/office/officeart/2018/2/layout/IconVerticalSolidList"/>
    <dgm:cxn modelId="{D5C06BFB-CC0B-4D18-A3B6-E4F1043B4519}" type="presParOf" srcId="{2D775947-A9C2-4D00-A73B-96638BF8599D}" destId="{B732F13E-C662-4328-B203-3CD6D16AF156}" srcOrd="1" destOrd="0" presId="urn:microsoft.com/office/officeart/2018/2/layout/IconVerticalSolidList"/>
    <dgm:cxn modelId="{9C49C244-1917-44DA-A555-367CEA3E7973}" type="presParOf" srcId="{2D775947-A9C2-4D00-A73B-96638BF8599D}" destId="{42F2E8EA-D3E5-4FCA-A348-AA619ED540F0}" srcOrd="2" destOrd="0" presId="urn:microsoft.com/office/officeart/2018/2/layout/IconVerticalSolidList"/>
    <dgm:cxn modelId="{4C6D07DB-B051-45E3-B5FC-DF8E1B8D557B}" type="presParOf" srcId="{2D775947-A9C2-4D00-A73B-96638BF8599D}" destId="{9DD9926F-22D0-4AA3-AD81-CA287322C966}" srcOrd="3" destOrd="0" presId="urn:microsoft.com/office/officeart/2018/2/layout/IconVerticalSolidList"/>
    <dgm:cxn modelId="{4B481D00-2134-4772-B0D8-E20A7E2BE15A}" type="presParOf" srcId="{03C613BF-A5EF-4831-8FD0-888A5B7E233D}" destId="{95C2AAAD-4C8E-4164-B3A7-99BD6F853FA5}" srcOrd="1" destOrd="0" presId="urn:microsoft.com/office/officeart/2018/2/layout/IconVerticalSolidList"/>
    <dgm:cxn modelId="{132395F2-42C5-4D52-907F-5E5D197B0495}" type="presParOf" srcId="{03C613BF-A5EF-4831-8FD0-888A5B7E233D}" destId="{C9B9985F-CF62-4F3C-8EB3-544ABFBBBA09}" srcOrd="2" destOrd="0" presId="urn:microsoft.com/office/officeart/2018/2/layout/IconVerticalSolidList"/>
    <dgm:cxn modelId="{081AAED3-A210-47C6-8FF8-099BAB819DF9}" type="presParOf" srcId="{C9B9985F-CF62-4F3C-8EB3-544ABFBBBA09}" destId="{861DABFB-3C56-4216-ABAA-F13FDEE5B54C}" srcOrd="0" destOrd="0" presId="urn:microsoft.com/office/officeart/2018/2/layout/IconVerticalSolidList"/>
    <dgm:cxn modelId="{F018565B-0D7C-4C7C-AE2E-E297751E9A1E}" type="presParOf" srcId="{C9B9985F-CF62-4F3C-8EB3-544ABFBBBA09}" destId="{130BD9B2-3785-43A7-8657-EC5525017B77}" srcOrd="1" destOrd="0" presId="urn:microsoft.com/office/officeart/2018/2/layout/IconVerticalSolidList"/>
    <dgm:cxn modelId="{9C43A3ED-ED04-40E9-A3C3-012863721D78}" type="presParOf" srcId="{C9B9985F-CF62-4F3C-8EB3-544ABFBBBA09}" destId="{C0210136-1119-4A25-8DA8-42AFBCC0480B}" srcOrd="2" destOrd="0" presId="urn:microsoft.com/office/officeart/2018/2/layout/IconVerticalSolidList"/>
    <dgm:cxn modelId="{0516C34D-6B6D-47AF-8668-DA4E76454C07}" type="presParOf" srcId="{C9B9985F-CF62-4F3C-8EB3-544ABFBBBA09}" destId="{58459C0C-E59F-495B-861F-8782CC3EB919}" srcOrd="3" destOrd="0" presId="urn:microsoft.com/office/officeart/2018/2/layout/IconVerticalSolidList"/>
    <dgm:cxn modelId="{F0B40230-26A3-4109-8FC2-2F8139E91908}" type="presParOf" srcId="{03C613BF-A5EF-4831-8FD0-888A5B7E233D}" destId="{9C5456CA-A88A-407E-91B2-B11177584384}" srcOrd="3" destOrd="0" presId="urn:microsoft.com/office/officeart/2018/2/layout/IconVerticalSolidList"/>
    <dgm:cxn modelId="{1085C400-2446-45AE-A067-BF899B020CD4}" type="presParOf" srcId="{03C613BF-A5EF-4831-8FD0-888A5B7E233D}" destId="{50F3FAB6-CE61-44D9-BA61-C5D440E0E9FF}" srcOrd="4" destOrd="0" presId="urn:microsoft.com/office/officeart/2018/2/layout/IconVerticalSolidList"/>
    <dgm:cxn modelId="{6A1623B1-3E06-49AE-9E81-FB97DBEDA346}" type="presParOf" srcId="{50F3FAB6-CE61-44D9-BA61-C5D440E0E9FF}" destId="{79F67BF3-D0DC-4E57-B7EF-858EEE042174}" srcOrd="0" destOrd="0" presId="urn:microsoft.com/office/officeart/2018/2/layout/IconVerticalSolidList"/>
    <dgm:cxn modelId="{D269F1D1-B3C0-43BC-8D66-6AFA867439B8}" type="presParOf" srcId="{50F3FAB6-CE61-44D9-BA61-C5D440E0E9FF}" destId="{76B122FB-798B-4153-B175-6ADB9DE4ECD8}" srcOrd="1" destOrd="0" presId="urn:microsoft.com/office/officeart/2018/2/layout/IconVerticalSolidList"/>
    <dgm:cxn modelId="{A0DA8259-E7B4-4D91-B4BD-5C9CC19A3AFC}" type="presParOf" srcId="{50F3FAB6-CE61-44D9-BA61-C5D440E0E9FF}" destId="{C70EFB34-705A-40B7-B355-6309D66C9E7B}" srcOrd="2" destOrd="0" presId="urn:microsoft.com/office/officeart/2018/2/layout/IconVerticalSolidList"/>
    <dgm:cxn modelId="{C9AD1026-15B5-47A0-A638-A77EE1059310}" type="presParOf" srcId="{50F3FAB6-CE61-44D9-BA61-C5D440E0E9FF}" destId="{9B6C632B-6DF8-42B4-87F9-E69578345402}" srcOrd="3" destOrd="0" presId="urn:microsoft.com/office/officeart/2018/2/layout/IconVerticalSolidList"/>
    <dgm:cxn modelId="{CA3B2DB9-9A2B-41BB-89E0-598A23B56C5C}" type="presParOf" srcId="{03C613BF-A5EF-4831-8FD0-888A5B7E233D}" destId="{E0A5C2FD-8A44-4B12-BB63-63B77A817A01}" srcOrd="5" destOrd="0" presId="urn:microsoft.com/office/officeart/2018/2/layout/IconVerticalSolidList"/>
    <dgm:cxn modelId="{5B0B5B4F-7364-47CB-921B-4BC7580715B9}" type="presParOf" srcId="{03C613BF-A5EF-4831-8FD0-888A5B7E233D}" destId="{55D78DFD-41A6-457D-BAFC-B14935585F88}" srcOrd="6" destOrd="0" presId="urn:microsoft.com/office/officeart/2018/2/layout/IconVerticalSolidList"/>
    <dgm:cxn modelId="{51CE3DB6-7294-4325-8B4D-676633DA90B6}" type="presParOf" srcId="{55D78DFD-41A6-457D-BAFC-B14935585F88}" destId="{A8D5B4BE-764B-4456-8D09-1ACB24F3AC0B}" srcOrd="0" destOrd="0" presId="urn:microsoft.com/office/officeart/2018/2/layout/IconVerticalSolidList"/>
    <dgm:cxn modelId="{366B37F2-8D05-4D0A-A857-EF8936279C89}" type="presParOf" srcId="{55D78DFD-41A6-457D-BAFC-B14935585F88}" destId="{1E739905-7012-4851-BE3B-E3A3C9879AAD}" srcOrd="1" destOrd="0" presId="urn:microsoft.com/office/officeart/2018/2/layout/IconVerticalSolidList"/>
    <dgm:cxn modelId="{17B681C0-8F4A-4F54-A9B0-7A9827F4E1A6}" type="presParOf" srcId="{55D78DFD-41A6-457D-BAFC-B14935585F88}" destId="{F931EFB7-21E1-4621-B3C8-DB08C1C4DAFB}" srcOrd="2" destOrd="0" presId="urn:microsoft.com/office/officeart/2018/2/layout/IconVerticalSolidList"/>
    <dgm:cxn modelId="{E93D792D-496E-4994-8533-02B36AF3933D}" type="presParOf" srcId="{55D78DFD-41A6-457D-BAFC-B14935585F88}" destId="{82500EAD-426F-4C19-BD8E-0B74BD36E0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2295D0-8249-46C6-BF37-45AF6EC9B14A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9F553E-29B7-4833-A38B-08D9D089F3A2}">
      <dgm:prSet/>
      <dgm:spPr/>
      <dgm:t>
        <a:bodyPr/>
        <a:lstStyle/>
        <a:p>
          <a:r>
            <a:rPr lang="en-US"/>
            <a:t>Scenario 3 (Mark)</a:t>
          </a:r>
        </a:p>
      </dgm:t>
    </dgm:pt>
    <dgm:pt modelId="{CA282218-2540-4D67-A363-D4C06CFFA864}" type="parTrans" cxnId="{714170DB-CCCB-4629-AAA9-F4891E445AAA}">
      <dgm:prSet/>
      <dgm:spPr/>
      <dgm:t>
        <a:bodyPr/>
        <a:lstStyle/>
        <a:p>
          <a:endParaRPr lang="en-US"/>
        </a:p>
      </dgm:t>
    </dgm:pt>
    <dgm:pt modelId="{BFE5A070-EE7B-40EC-ACF4-0D6086DC8ECC}" type="sibTrans" cxnId="{714170DB-CCCB-4629-AAA9-F4891E445AAA}">
      <dgm:prSet/>
      <dgm:spPr/>
      <dgm:t>
        <a:bodyPr/>
        <a:lstStyle/>
        <a:p>
          <a:endParaRPr lang="en-US"/>
        </a:p>
      </dgm:t>
    </dgm:pt>
    <dgm:pt modelId="{8949E9FF-269D-4042-9A41-E1C97F9E3883}">
      <dgm:prSet/>
      <dgm:spPr/>
      <dgm:t>
        <a:bodyPr/>
        <a:lstStyle/>
        <a:p>
          <a:r>
            <a:rPr lang="en-US" baseline="0"/>
            <a:t>Drives at only 40 km/h — a cautious, modest speed.</a:t>
          </a:r>
          <a:endParaRPr lang="en-US"/>
        </a:p>
      </dgm:t>
    </dgm:pt>
    <dgm:pt modelId="{1AFD0651-27B1-41AF-8214-709B6A14E7A1}" type="parTrans" cxnId="{D117272A-5CE6-4E52-9FB3-E3B830C97959}">
      <dgm:prSet/>
      <dgm:spPr/>
      <dgm:t>
        <a:bodyPr/>
        <a:lstStyle/>
        <a:p>
          <a:endParaRPr lang="en-US"/>
        </a:p>
      </dgm:t>
    </dgm:pt>
    <dgm:pt modelId="{18F4768C-BDD3-4BDE-9046-B1DE40DE7EBD}" type="sibTrans" cxnId="{D117272A-5CE6-4E52-9FB3-E3B830C97959}">
      <dgm:prSet/>
      <dgm:spPr/>
      <dgm:t>
        <a:bodyPr/>
        <a:lstStyle/>
        <a:p>
          <a:endParaRPr lang="en-US"/>
        </a:p>
      </dgm:t>
    </dgm:pt>
    <dgm:pt modelId="{2A448E5B-9812-40D3-B3CD-AFD72151BD0F}">
      <dgm:prSet/>
      <dgm:spPr/>
      <dgm:t>
        <a:bodyPr/>
        <a:lstStyle/>
        <a:p>
          <a:r>
            <a:rPr lang="en-US" baseline="0"/>
            <a:t>On ice, his vehicle needs 70.6m to stop but has only 55m available.</a:t>
          </a:r>
          <a:endParaRPr lang="en-US"/>
        </a:p>
      </dgm:t>
    </dgm:pt>
    <dgm:pt modelId="{CA35DB33-0999-4557-95ED-0E522E12DD47}" type="parTrans" cxnId="{72C8AFF3-11F2-4CD2-AC2C-5DA03AE2ED79}">
      <dgm:prSet/>
      <dgm:spPr/>
      <dgm:t>
        <a:bodyPr/>
        <a:lstStyle/>
        <a:p>
          <a:endParaRPr lang="en-US"/>
        </a:p>
      </dgm:t>
    </dgm:pt>
    <dgm:pt modelId="{79BBD142-9760-45B3-B629-F12984F4AB59}" type="sibTrans" cxnId="{72C8AFF3-11F2-4CD2-AC2C-5DA03AE2ED79}">
      <dgm:prSet/>
      <dgm:spPr/>
      <dgm:t>
        <a:bodyPr/>
        <a:lstStyle/>
        <a:p>
          <a:endParaRPr lang="en-US"/>
        </a:p>
      </dgm:t>
    </dgm:pt>
    <dgm:pt modelId="{C0A77C2E-7A60-4B94-8AF8-C20B6C67D603}">
      <dgm:prSet/>
      <dgm:spPr/>
      <dgm:t>
        <a:bodyPr/>
        <a:lstStyle/>
        <a:p>
          <a:r>
            <a:rPr lang="en-US" baseline="0"/>
            <a:t>Without GuideKaro, there is no warning.</a:t>
          </a:r>
          <a:endParaRPr lang="en-US"/>
        </a:p>
      </dgm:t>
    </dgm:pt>
    <dgm:pt modelId="{90FF81AA-0BBA-43A8-B38A-EC9BAFC5196B}" type="parTrans" cxnId="{410823D1-9B15-47A7-928C-1317A67597A6}">
      <dgm:prSet/>
      <dgm:spPr/>
      <dgm:t>
        <a:bodyPr/>
        <a:lstStyle/>
        <a:p>
          <a:endParaRPr lang="en-US"/>
        </a:p>
      </dgm:t>
    </dgm:pt>
    <dgm:pt modelId="{18274102-912B-4E99-A952-5B368A17CCA8}" type="sibTrans" cxnId="{410823D1-9B15-47A7-928C-1317A67597A6}">
      <dgm:prSet/>
      <dgm:spPr/>
      <dgm:t>
        <a:bodyPr/>
        <a:lstStyle/>
        <a:p>
          <a:endParaRPr lang="en-US"/>
        </a:p>
      </dgm:t>
    </dgm:pt>
    <dgm:pt modelId="{A220634B-7D03-4032-819A-CBE018E7DCC2}">
      <dgm:prSet/>
      <dgm:spPr/>
      <dgm:t>
        <a:bodyPr/>
        <a:lstStyle/>
        <a:p>
          <a:r>
            <a:rPr lang="en-US" baseline="0"/>
            <a:t>With GuideKaro, an immediate alert is issued while intervention is still possible.</a:t>
          </a:r>
          <a:endParaRPr lang="en-US"/>
        </a:p>
      </dgm:t>
    </dgm:pt>
    <dgm:pt modelId="{6EC9B979-9C46-450F-859F-1D781440DD13}" type="parTrans" cxnId="{A790E789-E647-4774-A087-8A7D84895FDD}">
      <dgm:prSet/>
      <dgm:spPr/>
      <dgm:t>
        <a:bodyPr/>
        <a:lstStyle/>
        <a:p>
          <a:endParaRPr lang="en-US"/>
        </a:p>
      </dgm:t>
    </dgm:pt>
    <dgm:pt modelId="{2136A1A3-B365-4816-AFFC-8C5C7A940DB3}" type="sibTrans" cxnId="{A790E789-E647-4774-A087-8A7D84895FDD}">
      <dgm:prSet/>
      <dgm:spPr/>
      <dgm:t>
        <a:bodyPr/>
        <a:lstStyle/>
        <a:p>
          <a:endParaRPr lang="en-US"/>
        </a:p>
      </dgm:t>
    </dgm:pt>
    <dgm:pt modelId="{A81AA08C-829E-4509-848E-4EEA7603FAF8}">
      <dgm:prSet/>
      <dgm:spPr/>
      <dgm:t>
        <a:bodyPr/>
        <a:lstStyle/>
        <a:p>
          <a:r>
            <a:rPr lang="en-US"/>
            <a:t>Snowy road alone does not trigger an alert</a:t>
          </a:r>
        </a:p>
      </dgm:t>
    </dgm:pt>
    <dgm:pt modelId="{8E37EFB8-670E-483F-9668-AB5176865E8C}" type="parTrans" cxnId="{C27AA071-AFFE-41DB-BE71-345DD2ED7D0F}">
      <dgm:prSet/>
      <dgm:spPr/>
      <dgm:t>
        <a:bodyPr/>
        <a:lstStyle/>
        <a:p>
          <a:endParaRPr lang="en-US"/>
        </a:p>
      </dgm:t>
    </dgm:pt>
    <dgm:pt modelId="{7FD4A364-A3D8-42F5-B502-43BB26EF17BF}" type="sibTrans" cxnId="{C27AA071-AFFE-41DB-BE71-345DD2ED7D0F}">
      <dgm:prSet/>
      <dgm:spPr/>
      <dgm:t>
        <a:bodyPr/>
        <a:lstStyle/>
        <a:p>
          <a:endParaRPr lang="en-US"/>
        </a:p>
      </dgm:t>
    </dgm:pt>
    <dgm:pt modelId="{2463A2BC-714F-4053-BA30-0302E14790A3}">
      <dgm:prSet/>
      <dgm:spPr/>
      <dgm:t>
        <a:bodyPr/>
        <a:lstStyle/>
        <a:p>
          <a:r>
            <a:rPr lang="en-US" baseline="0"/>
            <a:t>What matters is the combination of speed, distance, and surface condition together.</a:t>
          </a:r>
          <a:endParaRPr lang="en-US"/>
        </a:p>
      </dgm:t>
    </dgm:pt>
    <dgm:pt modelId="{9AE6DD51-FD86-47EE-9CDB-2735632C7C0E}" type="parTrans" cxnId="{79281B8A-90CE-4C57-85D5-BF88E1C0E137}">
      <dgm:prSet/>
      <dgm:spPr/>
      <dgm:t>
        <a:bodyPr/>
        <a:lstStyle/>
        <a:p>
          <a:endParaRPr lang="en-US"/>
        </a:p>
      </dgm:t>
    </dgm:pt>
    <dgm:pt modelId="{B0E7775D-7E9B-4900-89FB-24622AC6B860}" type="sibTrans" cxnId="{79281B8A-90CE-4C57-85D5-BF88E1C0E137}">
      <dgm:prSet/>
      <dgm:spPr/>
      <dgm:t>
        <a:bodyPr/>
        <a:lstStyle/>
        <a:p>
          <a:endParaRPr lang="en-US"/>
        </a:p>
      </dgm:t>
    </dgm:pt>
    <dgm:pt modelId="{4537421F-4399-442B-8476-68306F37749D}" type="pres">
      <dgm:prSet presAssocID="{CF2295D0-8249-46C6-BF37-45AF6EC9B1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A2D1145-12E5-42A3-9BBB-625E9EB3BCB4}" type="pres">
      <dgm:prSet presAssocID="{C99F553E-29B7-4833-A38B-08D9D089F3A2}" presName="hierRoot1" presStyleCnt="0"/>
      <dgm:spPr/>
    </dgm:pt>
    <dgm:pt modelId="{34C9A4C7-7780-4701-B20D-08006D9230A4}" type="pres">
      <dgm:prSet presAssocID="{C99F553E-29B7-4833-A38B-08D9D089F3A2}" presName="composite" presStyleCnt="0"/>
      <dgm:spPr/>
    </dgm:pt>
    <dgm:pt modelId="{54768E75-F033-4DF9-BE76-56A435A8EF0F}" type="pres">
      <dgm:prSet presAssocID="{C99F553E-29B7-4833-A38B-08D9D089F3A2}" presName="background" presStyleLbl="node0" presStyleIdx="0" presStyleCnt="2"/>
      <dgm:spPr/>
    </dgm:pt>
    <dgm:pt modelId="{D795B089-F62C-40F4-BA3B-90B05C274161}" type="pres">
      <dgm:prSet presAssocID="{C99F553E-29B7-4833-A38B-08D9D089F3A2}" presName="text" presStyleLbl="fgAcc0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0095A5C-991E-4841-920F-8D5231F79C42}" type="pres">
      <dgm:prSet presAssocID="{C99F553E-29B7-4833-A38B-08D9D089F3A2}" presName="hierChild2" presStyleCnt="0"/>
      <dgm:spPr/>
    </dgm:pt>
    <dgm:pt modelId="{7EA3331E-23F6-4A11-B988-AAE6AEA307BB}" type="pres">
      <dgm:prSet presAssocID="{1AFD0651-27B1-41AF-8214-709B6A14E7A1}" presName="Name10" presStyleLbl="parChTrans1D2" presStyleIdx="0" presStyleCnt="5"/>
      <dgm:spPr/>
      <dgm:t>
        <a:bodyPr/>
        <a:lstStyle/>
        <a:p>
          <a:endParaRPr lang="en-US"/>
        </a:p>
      </dgm:t>
    </dgm:pt>
    <dgm:pt modelId="{D7175A10-91AB-4751-9DA8-6851E9D4B518}" type="pres">
      <dgm:prSet presAssocID="{8949E9FF-269D-4042-9A41-E1C97F9E3883}" presName="hierRoot2" presStyleCnt="0"/>
      <dgm:spPr/>
    </dgm:pt>
    <dgm:pt modelId="{04BCFAFD-3FE9-46E1-8EE4-0F51D5433081}" type="pres">
      <dgm:prSet presAssocID="{8949E9FF-269D-4042-9A41-E1C97F9E3883}" presName="composite2" presStyleCnt="0"/>
      <dgm:spPr/>
    </dgm:pt>
    <dgm:pt modelId="{BEE2042F-4052-4132-9576-AF7101D17B86}" type="pres">
      <dgm:prSet presAssocID="{8949E9FF-269D-4042-9A41-E1C97F9E3883}" presName="background2" presStyleLbl="node2" presStyleIdx="0" presStyleCnt="5"/>
      <dgm:spPr/>
    </dgm:pt>
    <dgm:pt modelId="{E44C2679-712E-4059-8A45-85D38551DA55}" type="pres">
      <dgm:prSet presAssocID="{8949E9FF-269D-4042-9A41-E1C97F9E3883}" presName="text2" presStyleLbl="fgAcc2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5BBC8D-FC84-4AD4-94DD-52B5F815426D}" type="pres">
      <dgm:prSet presAssocID="{8949E9FF-269D-4042-9A41-E1C97F9E3883}" presName="hierChild3" presStyleCnt="0"/>
      <dgm:spPr/>
    </dgm:pt>
    <dgm:pt modelId="{AC9384E4-E009-46D8-91DE-0CB63660B434}" type="pres">
      <dgm:prSet presAssocID="{CA35DB33-0999-4557-95ED-0E522E12DD47}" presName="Name10" presStyleLbl="parChTrans1D2" presStyleIdx="1" presStyleCnt="5"/>
      <dgm:spPr/>
      <dgm:t>
        <a:bodyPr/>
        <a:lstStyle/>
        <a:p>
          <a:endParaRPr lang="en-US"/>
        </a:p>
      </dgm:t>
    </dgm:pt>
    <dgm:pt modelId="{143D7AD6-997F-42A3-8016-641AE24D9DBF}" type="pres">
      <dgm:prSet presAssocID="{2A448E5B-9812-40D3-B3CD-AFD72151BD0F}" presName="hierRoot2" presStyleCnt="0"/>
      <dgm:spPr/>
    </dgm:pt>
    <dgm:pt modelId="{AEAA7377-B2BF-4871-9968-7C67A2D4F110}" type="pres">
      <dgm:prSet presAssocID="{2A448E5B-9812-40D3-B3CD-AFD72151BD0F}" presName="composite2" presStyleCnt="0"/>
      <dgm:spPr/>
    </dgm:pt>
    <dgm:pt modelId="{F69C6067-D9F9-47F5-A208-508B97E77F49}" type="pres">
      <dgm:prSet presAssocID="{2A448E5B-9812-40D3-B3CD-AFD72151BD0F}" presName="background2" presStyleLbl="node2" presStyleIdx="1" presStyleCnt="5"/>
      <dgm:spPr/>
    </dgm:pt>
    <dgm:pt modelId="{A502610D-730D-46A8-B087-0AA76D8EE062}" type="pres">
      <dgm:prSet presAssocID="{2A448E5B-9812-40D3-B3CD-AFD72151BD0F}" presName="text2" presStyleLbl="fgAcc2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D0774E3-27DB-4658-B0D4-9C9CC2F3D5C5}" type="pres">
      <dgm:prSet presAssocID="{2A448E5B-9812-40D3-B3CD-AFD72151BD0F}" presName="hierChild3" presStyleCnt="0"/>
      <dgm:spPr/>
    </dgm:pt>
    <dgm:pt modelId="{B4B224F7-6D3E-480A-A4F8-ABC689C7A512}" type="pres">
      <dgm:prSet presAssocID="{90FF81AA-0BBA-43A8-B38A-EC9BAFC5196B}" presName="Name10" presStyleLbl="parChTrans1D2" presStyleIdx="2" presStyleCnt="5"/>
      <dgm:spPr/>
      <dgm:t>
        <a:bodyPr/>
        <a:lstStyle/>
        <a:p>
          <a:endParaRPr lang="en-US"/>
        </a:p>
      </dgm:t>
    </dgm:pt>
    <dgm:pt modelId="{1DCBCFAD-7D90-4D00-931B-844F29CA0694}" type="pres">
      <dgm:prSet presAssocID="{C0A77C2E-7A60-4B94-8AF8-C20B6C67D603}" presName="hierRoot2" presStyleCnt="0"/>
      <dgm:spPr/>
    </dgm:pt>
    <dgm:pt modelId="{B289BC48-E98A-4295-9BC2-26A2EDD4CBD1}" type="pres">
      <dgm:prSet presAssocID="{C0A77C2E-7A60-4B94-8AF8-C20B6C67D603}" presName="composite2" presStyleCnt="0"/>
      <dgm:spPr/>
    </dgm:pt>
    <dgm:pt modelId="{41DAB22D-B9B5-42FF-B0CE-99977DE92E62}" type="pres">
      <dgm:prSet presAssocID="{C0A77C2E-7A60-4B94-8AF8-C20B6C67D603}" presName="background2" presStyleLbl="node2" presStyleIdx="2" presStyleCnt="5"/>
      <dgm:spPr/>
    </dgm:pt>
    <dgm:pt modelId="{4FDC7843-7D31-4B1A-AF56-FF5C299E0CEF}" type="pres">
      <dgm:prSet presAssocID="{C0A77C2E-7A60-4B94-8AF8-C20B6C67D603}" presName="text2" presStyleLbl="fgAcc2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140E95-CC5B-45C1-BDC7-871F06D5AE5F}" type="pres">
      <dgm:prSet presAssocID="{C0A77C2E-7A60-4B94-8AF8-C20B6C67D603}" presName="hierChild3" presStyleCnt="0"/>
      <dgm:spPr/>
    </dgm:pt>
    <dgm:pt modelId="{7F3F99B6-B830-4518-8952-3DC455058BAA}" type="pres">
      <dgm:prSet presAssocID="{6EC9B979-9C46-450F-859F-1D781440DD13}" presName="Name10" presStyleLbl="parChTrans1D2" presStyleIdx="3" presStyleCnt="5"/>
      <dgm:spPr/>
      <dgm:t>
        <a:bodyPr/>
        <a:lstStyle/>
        <a:p>
          <a:endParaRPr lang="en-US"/>
        </a:p>
      </dgm:t>
    </dgm:pt>
    <dgm:pt modelId="{CE8A258D-E06E-49B4-956E-14DD16F1850E}" type="pres">
      <dgm:prSet presAssocID="{A220634B-7D03-4032-819A-CBE018E7DCC2}" presName="hierRoot2" presStyleCnt="0"/>
      <dgm:spPr/>
    </dgm:pt>
    <dgm:pt modelId="{A3E66CEA-AC86-4FB6-9819-0AA85486FDC9}" type="pres">
      <dgm:prSet presAssocID="{A220634B-7D03-4032-819A-CBE018E7DCC2}" presName="composite2" presStyleCnt="0"/>
      <dgm:spPr/>
    </dgm:pt>
    <dgm:pt modelId="{245D351C-A783-4591-B8FA-D5AE464A5F93}" type="pres">
      <dgm:prSet presAssocID="{A220634B-7D03-4032-819A-CBE018E7DCC2}" presName="background2" presStyleLbl="node2" presStyleIdx="3" presStyleCnt="5"/>
      <dgm:spPr/>
    </dgm:pt>
    <dgm:pt modelId="{0921B649-4420-4C31-8CAE-DF560E16B3DF}" type="pres">
      <dgm:prSet presAssocID="{A220634B-7D03-4032-819A-CBE018E7DCC2}" presName="text2" presStyleLbl="fgAcc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769D0EB-F0CF-494C-B71F-C3549687606E}" type="pres">
      <dgm:prSet presAssocID="{A220634B-7D03-4032-819A-CBE018E7DCC2}" presName="hierChild3" presStyleCnt="0"/>
      <dgm:spPr/>
    </dgm:pt>
    <dgm:pt modelId="{6603BA3E-F1FC-4A2B-AB33-9C7FEA2A3C73}" type="pres">
      <dgm:prSet presAssocID="{A81AA08C-829E-4509-848E-4EEA7603FAF8}" presName="hierRoot1" presStyleCnt="0"/>
      <dgm:spPr/>
    </dgm:pt>
    <dgm:pt modelId="{C843C5B6-D824-4188-B457-770F2D88FEBF}" type="pres">
      <dgm:prSet presAssocID="{A81AA08C-829E-4509-848E-4EEA7603FAF8}" presName="composite" presStyleCnt="0"/>
      <dgm:spPr/>
    </dgm:pt>
    <dgm:pt modelId="{CFB004E7-2858-46D7-974C-7CC9A2AEF593}" type="pres">
      <dgm:prSet presAssocID="{A81AA08C-829E-4509-848E-4EEA7603FAF8}" presName="background" presStyleLbl="node0" presStyleIdx="1" presStyleCnt="2"/>
      <dgm:spPr/>
    </dgm:pt>
    <dgm:pt modelId="{6FE2A09F-A04C-401D-968C-7D6855F11038}" type="pres">
      <dgm:prSet presAssocID="{A81AA08C-829E-4509-848E-4EEA7603FAF8}" presName="text" presStyleLbl="fgAcc0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DB31D7A-19D7-431F-9D00-18A80EFF83B8}" type="pres">
      <dgm:prSet presAssocID="{A81AA08C-829E-4509-848E-4EEA7603FAF8}" presName="hierChild2" presStyleCnt="0"/>
      <dgm:spPr/>
    </dgm:pt>
    <dgm:pt modelId="{DA013BF6-042D-474D-98F5-9C1A4A61CB53}" type="pres">
      <dgm:prSet presAssocID="{9AE6DD51-FD86-47EE-9CDB-2735632C7C0E}" presName="Name10" presStyleLbl="parChTrans1D2" presStyleIdx="4" presStyleCnt="5"/>
      <dgm:spPr/>
      <dgm:t>
        <a:bodyPr/>
        <a:lstStyle/>
        <a:p>
          <a:endParaRPr lang="en-US"/>
        </a:p>
      </dgm:t>
    </dgm:pt>
    <dgm:pt modelId="{78075A51-F66B-41E7-B714-13B06416AFDE}" type="pres">
      <dgm:prSet presAssocID="{2463A2BC-714F-4053-BA30-0302E14790A3}" presName="hierRoot2" presStyleCnt="0"/>
      <dgm:spPr/>
    </dgm:pt>
    <dgm:pt modelId="{B80FAF57-3381-45B9-8EF1-40270382719E}" type="pres">
      <dgm:prSet presAssocID="{2463A2BC-714F-4053-BA30-0302E14790A3}" presName="composite2" presStyleCnt="0"/>
      <dgm:spPr/>
    </dgm:pt>
    <dgm:pt modelId="{93973251-2F2A-4005-8364-AD86F20932F4}" type="pres">
      <dgm:prSet presAssocID="{2463A2BC-714F-4053-BA30-0302E14790A3}" presName="background2" presStyleLbl="node2" presStyleIdx="4" presStyleCnt="5"/>
      <dgm:spPr/>
    </dgm:pt>
    <dgm:pt modelId="{0AD66A0B-0E6E-49BC-A7E1-ABF712139149}" type="pres">
      <dgm:prSet presAssocID="{2463A2BC-714F-4053-BA30-0302E14790A3}" presName="text2" presStyleLbl="fgAcc2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48C25EF-C9E9-4F6C-B6FE-47796BD94FE3}" type="pres">
      <dgm:prSet presAssocID="{2463A2BC-714F-4053-BA30-0302E14790A3}" presName="hierChild3" presStyleCnt="0"/>
      <dgm:spPr/>
    </dgm:pt>
  </dgm:ptLst>
  <dgm:cxnLst>
    <dgm:cxn modelId="{72C8AFF3-11F2-4CD2-AC2C-5DA03AE2ED79}" srcId="{C99F553E-29B7-4833-A38B-08D9D089F3A2}" destId="{2A448E5B-9812-40D3-B3CD-AFD72151BD0F}" srcOrd="1" destOrd="0" parTransId="{CA35DB33-0999-4557-95ED-0E522E12DD47}" sibTransId="{79BBD142-9760-45B3-B629-F12984F4AB59}"/>
    <dgm:cxn modelId="{C49D043E-760A-48E4-B9FA-3A1EE1ABA7F9}" type="presOf" srcId="{A220634B-7D03-4032-819A-CBE018E7DCC2}" destId="{0921B649-4420-4C31-8CAE-DF560E16B3DF}" srcOrd="0" destOrd="0" presId="urn:microsoft.com/office/officeart/2005/8/layout/hierarchy1"/>
    <dgm:cxn modelId="{8BCA674A-FA70-4768-985A-5734D49D894B}" type="presOf" srcId="{CA35DB33-0999-4557-95ED-0E522E12DD47}" destId="{AC9384E4-E009-46D8-91DE-0CB63660B434}" srcOrd="0" destOrd="0" presId="urn:microsoft.com/office/officeart/2005/8/layout/hierarchy1"/>
    <dgm:cxn modelId="{86AC1468-F74D-43BB-9109-8473894452AD}" type="presOf" srcId="{C99F553E-29B7-4833-A38B-08D9D089F3A2}" destId="{D795B089-F62C-40F4-BA3B-90B05C274161}" srcOrd="0" destOrd="0" presId="urn:microsoft.com/office/officeart/2005/8/layout/hierarchy1"/>
    <dgm:cxn modelId="{63B6E10F-4081-47C2-B773-6CC1A640318F}" type="presOf" srcId="{A81AA08C-829E-4509-848E-4EEA7603FAF8}" destId="{6FE2A09F-A04C-401D-968C-7D6855F11038}" srcOrd="0" destOrd="0" presId="urn:microsoft.com/office/officeart/2005/8/layout/hierarchy1"/>
    <dgm:cxn modelId="{410823D1-9B15-47A7-928C-1317A67597A6}" srcId="{C99F553E-29B7-4833-A38B-08D9D089F3A2}" destId="{C0A77C2E-7A60-4B94-8AF8-C20B6C67D603}" srcOrd="2" destOrd="0" parTransId="{90FF81AA-0BBA-43A8-B38A-EC9BAFC5196B}" sibTransId="{18274102-912B-4E99-A952-5B368A17CCA8}"/>
    <dgm:cxn modelId="{F9D8CE14-20B0-4406-B5F3-F994A3F8A745}" type="presOf" srcId="{9AE6DD51-FD86-47EE-9CDB-2735632C7C0E}" destId="{DA013BF6-042D-474D-98F5-9C1A4A61CB53}" srcOrd="0" destOrd="0" presId="urn:microsoft.com/office/officeart/2005/8/layout/hierarchy1"/>
    <dgm:cxn modelId="{ED3DF11B-0423-4D5D-8858-40CF4B21C146}" type="presOf" srcId="{2463A2BC-714F-4053-BA30-0302E14790A3}" destId="{0AD66A0B-0E6E-49BC-A7E1-ABF712139149}" srcOrd="0" destOrd="0" presId="urn:microsoft.com/office/officeart/2005/8/layout/hierarchy1"/>
    <dgm:cxn modelId="{C27AA071-AFFE-41DB-BE71-345DD2ED7D0F}" srcId="{CF2295D0-8249-46C6-BF37-45AF6EC9B14A}" destId="{A81AA08C-829E-4509-848E-4EEA7603FAF8}" srcOrd="1" destOrd="0" parTransId="{8E37EFB8-670E-483F-9668-AB5176865E8C}" sibTransId="{7FD4A364-A3D8-42F5-B502-43BB26EF17BF}"/>
    <dgm:cxn modelId="{714170DB-CCCB-4629-AAA9-F4891E445AAA}" srcId="{CF2295D0-8249-46C6-BF37-45AF6EC9B14A}" destId="{C99F553E-29B7-4833-A38B-08D9D089F3A2}" srcOrd="0" destOrd="0" parTransId="{CA282218-2540-4D67-A363-D4C06CFFA864}" sibTransId="{BFE5A070-EE7B-40EC-ACF4-0D6086DC8ECC}"/>
    <dgm:cxn modelId="{D3BC1349-D819-452F-AC34-60DA6421EABB}" type="presOf" srcId="{C0A77C2E-7A60-4B94-8AF8-C20B6C67D603}" destId="{4FDC7843-7D31-4B1A-AF56-FF5C299E0CEF}" srcOrd="0" destOrd="0" presId="urn:microsoft.com/office/officeart/2005/8/layout/hierarchy1"/>
    <dgm:cxn modelId="{79281B8A-90CE-4C57-85D5-BF88E1C0E137}" srcId="{A81AA08C-829E-4509-848E-4EEA7603FAF8}" destId="{2463A2BC-714F-4053-BA30-0302E14790A3}" srcOrd="0" destOrd="0" parTransId="{9AE6DD51-FD86-47EE-9CDB-2735632C7C0E}" sibTransId="{B0E7775D-7E9B-4900-89FB-24622AC6B860}"/>
    <dgm:cxn modelId="{B76A734B-5FFF-4953-928C-7F879152C720}" type="presOf" srcId="{8949E9FF-269D-4042-9A41-E1C97F9E3883}" destId="{E44C2679-712E-4059-8A45-85D38551DA55}" srcOrd="0" destOrd="0" presId="urn:microsoft.com/office/officeart/2005/8/layout/hierarchy1"/>
    <dgm:cxn modelId="{57F070A4-2BF7-4DD5-A43B-AA8521517752}" type="presOf" srcId="{2A448E5B-9812-40D3-B3CD-AFD72151BD0F}" destId="{A502610D-730D-46A8-B087-0AA76D8EE062}" srcOrd="0" destOrd="0" presId="urn:microsoft.com/office/officeart/2005/8/layout/hierarchy1"/>
    <dgm:cxn modelId="{5DFCD0C4-51D9-49B7-8048-7E3655FA1037}" type="presOf" srcId="{CF2295D0-8249-46C6-BF37-45AF6EC9B14A}" destId="{4537421F-4399-442B-8476-68306F37749D}" srcOrd="0" destOrd="0" presId="urn:microsoft.com/office/officeart/2005/8/layout/hierarchy1"/>
    <dgm:cxn modelId="{BA052A7E-1287-4132-90F6-D40212883E8E}" type="presOf" srcId="{6EC9B979-9C46-450F-859F-1D781440DD13}" destId="{7F3F99B6-B830-4518-8952-3DC455058BAA}" srcOrd="0" destOrd="0" presId="urn:microsoft.com/office/officeart/2005/8/layout/hierarchy1"/>
    <dgm:cxn modelId="{CA4943F6-B15B-457E-AD05-A727758238ED}" type="presOf" srcId="{90FF81AA-0BBA-43A8-B38A-EC9BAFC5196B}" destId="{B4B224F7-6D3E-480A-A4F8-ABC689C7A512}" srcOrd="0" destOrd="0" presId="urn:microsoft.com/office/officeart/2005/8/layout/hierarchy1"/>
    <dgm:cxn modelId="{D117272A-5CE6-4E52-9FB3-E3B830C97959}" srcId="{C99F553E-29B7-4833-A38B-08D9D089F3A2}" destId="{8949E9FF-269D-4042-9A41-E1C97F9E3883}" srcOrd="0" destOrd="0" parTransId="{1AFD0651-27B1-41AF-8214-709B6A14E7A1}" sibTransId="{18F4768C-BDD3-4BDE-9046-B1DE40DE7EBD}"/>
    <dgm:cxn modelId="{46AD5FFC-79F5-4671-85A2-B65A57F33EAF}" type="presOf" srcId="{1AFD0651-27B1-41AF-8214-709B6A14E7A1}" destId="{7EA3331E-23F6-4A11-B988-AAE6AEA307BB}" srcOrd="0" destOrd="0" presId="urn:microsoft.com/office/officeart/2005/8/layout/hierarchy1"/>
    <dgm:cxn modelId="{A790E789-E647-4774-A087-8A7D84895FDD}" srcId="{C99F553E-29B7-4833-A38B-08D9D089F3A2}" destId="{A220634B-7D03-4032-819A-CBE018E7DCC2}" srcOrd="3" destOrd="0" parTransId="{6EC9B979-9C46-450F-859F-1D781440DD13}" sibTransId="{2136A1A3-B365-4816-AFFC-8C5C7A940DB3}"/>
    <dgm:cxn modelId="{A784CDB1-531E-4054-A0E5-20E2C06F5ABA}" type="presParOf" srcId="{4537421F-4399-442B-8476-68306F37749D}" destId="{1A2D1145-12E5-42A3-9BBB-625E9EB3BCB4}" srcOrd="0" destOrd="0" presId="urn:microsoft.com/office/officeart/2005/8/layout/hierarchy1"/>
    <dgm:cxn modelId="{26B4D447-D95F-403D-B2A0-365D07CCBCEB}" type="presParOf" srcId="{1A2D1145-12E5-42A3-9BBB-625E9EB3BCB4}" destId="{34C9A4C7-7780-4701-B20D-08006D9230A4}" srcOrd="0" destOrd="0" presId="urn:microsoft.com/office/officeart/2005/8/layout/hierarchy1"/>
    <dgm:cxn modelId="{A636A4B4-1874-44C0-93A5-3DECD835CE54}" type="presParOf" srcId="{34C9A4C7-7780-4701-B20D-08006D9230A4}" destId="{54768E75-F033-4DF9-BE76-56A435A8EF0F}" srcOrd="0" destOrd="0" presId="urn:microsoft.com/office/officeart/2005/8/layout/hierarchy1"/>
    <dgm:cxn modelId="{B3C5F4C9-D256-44E9-B1E3-F1ABA1982D11}" type="presParOf" srcId="{34C9A4C7-7780-4701-B20D-08006D9230A4}" destId="{D795B089-F62C-40F4-BA3B-90B05C274161}" srcOrd="1" destOrd="0" presId="urn:microsoft.com/office/officeart/2005/8/layout/hierarchy1"/>
    <dgm:cxn modelId="{30177F5C-E829-4A5F-B39C-8C95295FC835}" type="presParOf" srcId="{1A2D1145-12E5-42A3-9BBB-625E9EB3BCB4}" destId="{C0095A5C-991E-4841-920F-8D5231F79C42}" srcOrd="1" destOrd="0" presId="urn:microsoft.com/office/officeart/2005/8/layout/hierarchy1"/>
    <dgm:cxn modelId="{0C849B54-1D6F-4C3B-A1DE-B929C22D770F}" type="presParOf" srcId="{C0095A5C-991E-4841-920F-8D5231F79C42}" destId="{7EA3331E-23F6-4A11-B988-AAE6AEA307BB}" srcOrd="0" destOrd="0" presId="urn:microsoft.com/office/officeart/2005/8/layout/hierarchy1"/>
    <dgm:cxn modelId="{4D32CF55-D765-4484-BF04-322C0A0503D0}" type="presParOf" srcId="{C0095A5C-991E-4841-920F-8D5231F79C42}" destId="{D7175A10-91AB-4751-9DA8-6851E9D4B518}" srcOrd="1" destOrd="0" presId="urn:microsoft.com/office/officeart/2005/8/layout/hierarchy1"/>
    <dgm:cxn modelId="{88EE0A51-DBC1-4263-8C13-6FB2CE551A87}" type="presParOf" srcId="{D7175A10-91AB-4751-9DA8-6851E9D4B518}" destId="{04BCFAFD-3FE9-46E1-8EE4-0F51D5433081}" srcOrd="0" destOrd="0" presId="urn:microsoft.com/office/officeart/2005/8/layout/hierarchy1"/>
    <dgm:cxn modelId="{CDDC9A72-9122-4121-9FAB-330D3D188253}" type="presParOf" srcId="{04BCFAFD-3FE9-46E1-8EE4-0F51D5433081}" destId="{BEE2042F-4052-4132-9576-AF7101D17B86}" srcOrd="0" destOrd="0" presId="urn:microsoft.com/office/officeart/2005/8/layout/hierarchy1"/>
    <dgm:cxn modelId="{1DEBF766-CE5F-4BF9-9AB5-1CF72E1F3ED3}" type="presParOf" srcId="{04BCFAFD-3FE9-46E1-8EE4-0F51D5433081}" destId="{E44C2679-712E-4059-8A45-85D38551DA55}" srcOrd="1" destOrd="0" presId="urn:microsoft.com/office/officeart/2005/8/layout/hierarchy1"/>
    <dgm:cxn modelId="{C6E68FF1-700D-45C4-8722-A50164BE7765}" type="presParOf" srcId="{D7175A10-91AB-4751-9DA8-6851E9D4B518}" destId="{9E5BBC8D-FC84-4AD4-94DD-52B5F815426D}" srcOrd="1" destOrd="0" presId="urn:microsoft.com/office/officeart/2005/8/layout/hierarchy1"/>
    <dgm:cxn modelId="{569E7D14-44E9-4C9A-9CF2-F39B84E8A2B9}" type="presParOf" srcId="{C0095A5C-991E-4841-920F-8D5231F79C42}" destId="{AC9384E4-E009-46D8-91DE-0CB63660B434}" srcOrd="2" destOrd="0" presId="urn:microsoft.com/office/officeart/2005/8/layout/hierarchy1"/>
    <dgm:cxn modelId="{C573D10B-08E0-454B-A1EE-93C6DB1917EF}" type="presParOf" srcId="{C0095A5C-991E-4841-920F-8D5231F79C42}" destId="{143D7AD6-997F-42A3-8016-641AE24D9DBF}" srcOrd="3" destOrd="0" presId="urn:microsoft.com/office/officeart/2005/8/layout/hierarchy1"/>
    <dgm:cxn modelId="{A6F89A42-B837-45DF-8BBA-E7D1B9519ED6}" type="presParOf" srcId="{143D7AD6-997F-42A3-8016-641AE24D9DBF}" destId="{AEAA7377-B2BF-4871-9968-7C67A2D4F110}" srcOrd="0" destOrd="0" presId="urn:microsoft.com/office/officeart/2005/8/layout/hierarchy1"/>
    <dgm:cxn modelId="{A7078959-A170-49B0-A435-6C881A4F7A24}" type="presParOf" srcId="{AEAA7377-B2BF-4871-9968-7C67A2D4F110}" destId="{F69C6067-D9F9-47F5-A208-508B97E77F49}" srcOrd="0" destOrd="0" presId="urn:microsoft.com/office/officeart/2005/8/layout/hierarchy1"/>
    <dgm:cxn modelId="{9FC2B81B-3D62-4A6D-BC93-FB08BFAD1354}" type="presParOf" srcId="{AEAA7377-B2BF-4871-9968-7C67A2D4F110}" destId="{A502610D-730D-46A8-B087-0AA76D8EE062}" srcOrd="1" destOrd="0" presId="urn:microsoft.com/office/officeart/2005/8/layout/hierarchy1"/>
    <dgm:cxn modelId="{9B011C99-036B-458E-A6B2-9DAF2218095A}" type="presParOf" srcId="{143D7AD6-997F-42A3-8016-641AE24D9DBF}" destId="{DD0774E3-27DB-4658-B0D4-9C9CC2F3D5C5}" srcOrd="1" destOrd="0" presId="urn:microsoft.com/office/officeart/2005/8/layout/hierarchy1"/>
    <dgm:cxn modelId="{4113FFE2-3F89-493D-904D-8668D1074A47}" type="presParOf" srcId="{C0095A5C-991E-4841-920F-8D5231F79C42}" destId="{B4B224F7-6D3E-480A-A4F8-ABC689C7A512}" srcOrd="4" destOrd="0" presId="urn:microsoft.com/office/officeart/2005/8/layout/hierarchy1"/>
    <dgm:cxn modelId="{03DECBF5-5602-4B70-B604-6DEBFFDF7649}" type="presParOf" srcId="{C0095A5C-991E-4841-920F-8D5231F79C42}" destId="{1DCBCFAD-7D90-4D00-931B-844F29CA0694}" srcOrd="5" destOrd="0" presId="urn:microsoft.com/office/officeart/2005/8/layout/hierarchy1"/>
    <dgm:cxn modelId="{C0DBC172-37C3-422F-93D3-C120859D5B57}" type="presParOf" srcId="{1DCBCFAD-7D90-4D00-931B-844F29CA0694}" destId="{B289BC48-E98A-4295-9BC2-26A2EDD4CBD1}" srcOrd="0" destOrd="0" presId="urn:microsoft.com/office/officeart/2005/8/layout/hierarchy1"/>
    <dgm:cxn modelId="{F00AA4B3-55A9-4654-B98F-570AF65AAB54}" type="presParOf" srcId="{B289BC48-E98A-4295-9BC2-26A2EDD4CBD1}" destId="{41DAB22D-B9B5-42FF-B0CE-99977DE92E62}" srcOrd="0" destOrd="0" presId="urn:microsoft.com/office/officeart/2005/8/layout/hierarchy1"/>
    <dgm:cxn modelId="{A36FCEA9-5D74-4A32-8601-02E7D50A691F}" type="presParOf" srcId="{B289BC48-E98A-4295-9BC2-26A2EDD4CBD1}" destId="{4FDC7843-7D31-4B1A-AF56-FF5C299E0CEF}" srcOrd="1" destOrd="0" presId="urn:microsoft.com/office/officeart/2005/8/layout/hierarchy1"/>
    <dgm:cxn modelId="{BD103951-C6FC-49E9-BA22-FBFFF86D129F}" type="presParOf" srcId="{1DCBCFAD-7D90-4D00-931B-844F29CA0694}" destId="{3D140E95-CC5B-45C1-BDC7-871F06D5AE5F}" srcOrd="1" destOrd="0" presId="urn:microsoft.com/office/officeart/2005/8/layout/hierarchy1"/>
    <dgm:cxn modelId="{58A1A56A-5CC2-4443-9822-DBEEAC2EAA26}" type="presParOf" srcId="{C0095A5C-991E-4841-920F-8D5231F79C42}" destId="{7F3F99B6-B830-4518-8952-3DC455058BAA}" srcOrd="6" destOrd="0" presId="urn:microsoft.com/office/officeart/2005/8/layout/hierarchy1"/>
    <dgm:cxn modelId="{B491E046-F7A7-4808-9AC3-C41736B4A852}" type="presParOf" srcId="{C0095A5C-991E-4841-920F-8D5231F79C42}" destId="{CE8A258D-E06E-49B4-956E-14DD16F1850E}" srcOrd="7" destOrd="0" presId="urn:microsoft.com/office/officeart/2005/8/layout/hierarchy1"/>
    <dgm:cxn modelId="{FADC1227-A2E5-4071-ABD5-AA2ED0905F91}" type="presParOf" srcId="{CE8A258D-E06E-49B4-956E-14DD16F1850E}" destId="{A3E66CEA-AC86-4FB6-9819-0AA85486FDC9}" srcOrd="0" destOrd="0" presId="urn:microsoft.com/office/officeart/2005/8/layout/hierarchy1"/>
    <dgm:cxn modelId="{A32B469E-68EB-4A99-B4F7-83322AF1AA9E}" type="presParOf" srcId="{A3E66CEA-AC86-4FB6-9819-0AA85486FDC9}" destId="{245D351C-A783-4591-B8FA-D5AE464A5F93}" srcOrd="0" destOrd="0" presId="urn:microsoft.com/office/officeart/2005/8/layout/hierarchy1"/>
    <dgm:cxn modelId="{108BEF5C-4518-4FC0-B83A-CB453854D072}" type="presParOf" srcId="{A3E66CEA-AC86-4FB6-9819-0AA85486FDC9}" destId="{0921B649-4420-4C31-8CAE-DF560E16B3DF}" srcOrd="1" destOrd="0" presId="urn:microsoft.com/office/officeart/2005/8/layout/hierarchy1"/>
    <dgm:cxn modelId="{50E35431-FBAA-4DEF-A33B-8F8975B5CD7D}" type="presParOf" srcId="{CE8A258D-E06E-49B4-956E-14DD16F1850E}" destId="{0769D0EB-F0CF-494C-B71F-C3549687606E}" srcOrd="1" destOrd="0" presId="urn:microsoft.com/office/officeart/2005/8/layout/hierarchy1"/>
    <dgm:cxn modelId="{32D5A5BD-9719-482F-922F-44FC47317B04}" type="presParOf" srcId="{4537421F-4399-442B-8476-68306F37749D}" destId="{6603BA3E-F1FC-4A2B-AB33-9C7FEA2A3C73}" srcOrd="1" destOrd="0" presId="urn:microsoft.com/office/officeart/2005/8/layout/hierarchy1"/>
    <dgm:cxn modelId="{12CC4D0E-02CF-4EF3-A551-5C449F9607EE}" type="presParOf" srcId="{6603BA3E-F1FC-4A2B-AB33-9C7FEA2A3C73}" destId="{C843C5B6-D824-4188-B457-770F2D88FEBF}" srcOrd="0" destOrd="0" presId="urn:microsoft.com/office/officeart/2005/8/layout/hierarchy1"/>
    <dgm:cxn modelId="{A8C26E3D-465E-45B0-ADAB-34F5E004B1E4}" type="presParOf" srcId="{C843C5B6-D824-4188-B457-770F2D88FEBF}" destId="{CFB004E7-2858-46D7-974C-7CC9A2AEF593}" srcOrd="0" destOrd="0" presId="urn:microsoft.com/office/officeart/2005/8/layout/hierarchy1"/>
    <dgm:cxn modelId="{BC9A0F1B-1386-4380-9ECD-FEC1882DC007}" type="presParOf" srcId="{C843C5B6-D824-4188-B457-770F2D88FEBF}" destId="{6FE2A09F-A04C-401D-968C-7D6855F11038}" srcOrd="1" destOrd="0" presId="urn:microsoft.com/office/officeart/2005/8/layout/hierarchy1"/>
    <dgm:cxn modelId="{B408AD79-6382-48CD-B075-2993E04B1DD7}" type="presParOf" srcId="{6603BA3E-F1FC-4A2B-AB33-9C7FEA2A3C73}" destId="{DDB31D7A-19D7-431F-9D00-18A80EFF83B8}" srcOrd="1" destOrd="0" presId="urn:microsoft.com/office/officeart/2005/8/layout/hierarchy1"/>
    <dgm:cxn modelId="{FB930614-4215-4750-9083-D3270D79CE43}" type="presParOf" srcId="{DDB31D7A-19D7-431F-9D00-18A80EFF83B8}" destId="{DA013BF6-042D-474D-98F5-9C1A4A61CB53}" srcOrd="0" destOrd="0" presId="urn:microsoft.com/office/officeart/2005/8/layout/hierarchy1"/>
    <dgm:cxn modelId="{6BDD597F-D1EC-446C-89A6-31C3B86B5626}" type="presParOf" srcId="{DDB31D7A-19D7-431F-9D00-18A80EFF83B8}" destId="{78075A51-F66B-41E7-B714-13B06416AFDE}" srcOrd="1" destOrd="0" presId="urn:microsoft.com/office/officeart/2005/8/layout/hierarchy1"/>
    <dgm:cxn modelId="{89956992-6386-479A-85D6-D7CC96BC1A24}" type="presParOf" srcId="{78075A51-F66B-41E7-B714-13B06416AFDE}" destId="{B80FAF57-3381-45B9-8EF1-40270382719E}" srcOrd="0" destOrd="0" presId="urn:microsoft.com/office/officeart/2005/8/layout/hierarchy1"/>
    <dgm:cxn modelId="{1B0FC7D2-7511-4600-BE1B-6D6E1BE83B7A}" type="presParOf" srcId="{B80FAF57-3381-45B9-8EF1-40270382719E}" destId="{93973251-2F2A-4005-8364-AD86F20932F4}" srcOrd="0" destOrd="0" presId="urn:microsoft.com/office/officeart/2005/8/layout/hierarchy1"/>
    <dgm:cxn modelId="{D44BFD81-E57F-41CC-A682-CC30436665AE}" type="presParOf" srcId="{B80FAF57-3381-45B9-8EF1-40270382719E}" destId="{0AD66A0B-0E6E-49BC-A7E1-ABF712139149}" srcOrd="1" destOrd="0" presId="urn:microsoft.com/office/officeart/2005/8/layout/hierarchy1"/>
    <dgm:cxn modelId="{F456F0C9-D6A1-45A4-A03E-E830FD99C1D7}" type="presParOf" srcId="{78075A51-F66B-41E7-B714-13B06416AFDE}" destId="{248C25EF-C9E9-4F6C-B6FE-47796BD94FE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AE89A28-34ED-4FAF-9452-0BEA3A2302C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8156423-A2A3-42C8-A804-D55270B48AD2}">
      <dgm:prSet/>
      <dgm:spPr/>
      <dgm:t>
        <a:bodyPr/>
        <a:lstStyle/>
        <a:p>
          <a:r>
            <a:rPr lang="en-US"/>
            <a:t>Deployment Model</a:t>
          </a:r>
        </a:p>
      </dgm:t>
    </dgm:pt>
    <dgm:pt modelId="{33D65642-DBE8-499A-94B5-2EE7AA35EF3F}" type="parTrans" cxnId="{DE6CA9FC-45EA-4E8B-870E-657709BB98DC}">
      <dgm:prSet/>
      <dgm:spPr/>
      <dgm:t>
        <a:bodyPr/>
        <a:lstStyle/>
        <a:p>
          <a:endParaRPr lang="en-US"/>
        </a:p>
      </dgm:t>
    </dgm:pt>
    <dgm:pt modelId="{1F512953-91C1-4BB6-8D0B-19C965466D5C}" type="sibTrans" cxnId="{DE6CA9FC-45EA-4E8B-870E-657709BB98DC}">
      <dgm:prSet/>
      <dgm:spPr/>
      <dgm:t>
        <a:bodyPr/>
        <a:lstStyle/>
        <a:p>
          <a:endParaRPr lang="en-US"/>
        </a:p>
      </dgm:t>
    </dgm:pt>
    <dgm:pt modelId="{EDCC6AAC-0ACF-45FD-AE77-010CC89711F0}">
      <dgm:prSet/>
      <dgm:spPr/>
      <dgm:t>
        <a:bodyPr/>
        <a:lstStyle/>
        <a:p>
          <a:r>
            <a:rPr lang="en-US"/>
            <a:t>Free tier — academic and pilot use</a:t>
          </a:r>
        </a:p>
      </dgm:t>
    </dgm:pt>
    <dgm:pt modelId="{F2EEDA0D-CB1A-43AE-B048-20DFF133DECE}" type="parTrans" cxnId="{D7F73FD3-5FBF-47EF-8DAF-2443D2365B0E}">
      <dgm:prSet/>
      <dgm:spPr/>
      <dgm:t>
        <a:bodyPr/>
        <a:lstStyle/>
        <a:p>
          <a:endParaRPr lang="en-US"/>
        </a:p>
      </dgm:t>
    </dgm:pt>
    <dgm:pt modelId="{284B8F8C-2F3E-4CB6-9822-5DFF87243419}" type="sibTrans" cxnId="{D7F73FD3-5FBF-47EF-8DAF-2443D2365B0E}">
      <dgm:prSet/>
      <dgm:spPr/>
      <dgm:t>
        <a:bodyPr/>
        <a:lstStyle/>
        <a:p>
          <a:endParaRPr lang="en-US"/>
        </a:p>
      </dgm:t>
    </dgm:pt>
    <dgm:pt modelId="{657ED66A-53C4-4989-B96D-338E7D4CD146}">
      <dgm:prSet/>
      <dgm:spPr/>
      <dgm:t>
        <a:bodyPr/>
        <a:lstStyle/>
        <a:p>
          <a:r>
            <a:rPr lang="en-US"/>
            <a:t>Licensed tier — deployed to municipalities at key intersections</a:t>
          </a:r>
        </a:p>
      </dgm:t>
    </dgm:pt>
    <dgm:pt modelId="{20EBA0E7-7B5F-4370-AB62-A91837FB15EC}" type="parTrans" cxnId="{6E766205-1F22-40E0-92FD-59BB38FC6482}">
      <dgm:prSet/>
      <dgm:spPr/>
      <dgm:t>
        <a:bodyPr/>
        <a:lstStyle/>
        <a:p>
          <a:endParaRPr lang="en-US"/>
        </a:p>
      </dgm:t>
    </dgm:pt>
    <dgm:pt modelId="{2BBAC29A-F88A-4CD9-A4A4-D2853D3E1E26}" type="sibTrans" cxnId="{6E766205-1F22-40E0-92FD-59BB38FC6482}">
      <dgm:prSet/>
      <dgm:spPr/>
      <dgm:t>
        <a:bodyPr/>
        <a:lstStyle/>
        <a:p>
          <a:endParaRPr lang="en-US"/>
        </a:p>
      </dgm:t>
    </dgm:pt>
    <dgm:pt modelId="{BF69DAF8-A38F-4199-8700-879C49E666E5}">
      <dgm:prSet/>
      <dgm:spPr/>
      <dgm:t>
        <a:bodyPr/>
        <a:lstStyle/>
        <a:p>
          <a:r>
            <a:rPr lang="en-US"/>
            <a:t>Premium tier — full city integration with real-time enforcement support</a:t>
          </a:r>
        </a:p>
      </dgm:t>
    </dgm:pt>
    <dgm:pt modelId="{A6F6DE48-FDC4-4144-A0F6-67247C5E33FF}" type="parTrans" cxnId="{3655F345-92AC-426D-B181-13E4B784662B}">
      <dgm:prSet/>
      <dgm:spPr/>
      <dgm:t>
        <a:bodyPr/>
        <a:lstStyle/>
        <a:p>
          <a:endParaRPr lang="en-US"/>
        </a:p>
      </dgm:t>
    </dgm:pt>
    <dgm:pt modelId="{F0F9D6A4-A82A-4A22-B82C-78733414B394}" type="sibTrans" cxnId="{3655F345-92AC-426D-B181-13E4B784662B}">
      <dgm:prSet/>
      <dgm:spPr/>
      <dgm:t>
        <a:bodyPr/>
        <a:lstStyle/>
        <a:p>
          <a:endParaRPr lang="en-US"/>
        </a:p>
      </dgm:t>
    </dgm:pt>
    <dgm:pt modelId="{9E291F87-4CF6-49E1-9CDB-11922FCCE632}">
      <dgm:prSet/>
      <dgm:spPr/>
      <dgm:t>
        <a:bodyPr/>
        <a:lstStyle/>
        <a:p>
          <a:r>
            <a:rPr lang="en-US"/>
            <a:t>Future Technical Roadmap</a:t>
          </a:r>
        </a:p>
      </dgm:t>
    </dgm:pt>
    <dgm:pt modelId="{03371D6C-FA03-416F-B78F-8140A3F476DA}" type="parTrans" cxnId="{F20D0AC0-D8D5-4149-B699-54A807BEFF42}">
      <dgm:prSet/>
      <dgm:spPr/>
      <dgm:t>
        <a:bodyPr/>
        <a:lstStyle/>
        <a:p>
          <a:endParaRPr lang="en-US"/>
        </a:p>
      </dgm:t>
    </dgm:pt>
    <dgm:pt modelId="{7F284B6B-D7D6-430F-9E25-A803218AAC73}" type="sibTrans" cxnId="{F20D0AC0-D8D5-4149-B699-54A807BEFF42}">
      <dgm:prSet/>
      <dgm:spPr/>
      <dgm:t>
        <a:bodyPr/>
        <a:lstStyle/>
        <a:p>
          <a:endParaRPr lang="en-US"/>
        </a:p>
      </dgm:t>
    </dgm:pt>
    <dgm:pt modelId="{8645249E-363F-44F4-936D-CF99DDEC5A21}">
      <dgm:prSet/>
      <dgm:spPr/>
      <dgm:t>
        <a:bodyPr/>
        <a:lstStyle/>
        <a:p>
          <a:r>
            <a:rPr lang="en-US"/>
            <a:t>Real camera integration replacing video simulation</a:t>
          </a:r>
        </a:p>
      </dgm:t>
    </dgm:pt>
    <dgm:pt modelId="{1B79F643-4B3E-4492-9F27-4A9053744565}" type="parTrans" cxnId="{A3C80315-E2FB-4798-97CF-0D033037001A}">
      <dgm:prSet/>
      <dgm:spPr/>
      <dgm:t>
        <a:bodyPr/>
        <a:lstStyle/>
        <a:p>
          <a:endParaRPr lang="en-US"/>
        </a:p>
      </dgm:t>
    </dgm:pt>
    <dgm:pt modelId="{6D943589-245F-42A7-9254-9B93B034966B}" type="sibTrans" cxnId="{A3C80315-E2FB-4798-97CF-0D033037001A}">
      <dgm:prSet/>
      <dgm:spPr/>
      <dgm:t>
        <a:bodyPr/>
        <a:lstStyle/>
        <a:p>
          <a:endParaRPr lang="en-US"/>
        </a:p>
      </dgm:t>
    </dgm:pt>
    <dgm:pt modelId="{843336EC-A73C-4CE8-A9A2-E37E929F60E3}">
      <dgm:prSet/>
      <dgm:spPr/>
      <dgm:t>
        <a:bodyPr/>
        <a:lstStyle/>
        <a:p>
          <a:r>
            <a:rPr lang="en-US"/>
            <a:t>Live sensor data ingestion (replacing engineered features)</a:t>
          </a:r>
        </a:p>
      </dgm:t>
    </dgm:pt>
    <dgm:pt modelId="{8B6AF8FB-79F1-4D4A-8ADF-5A21EBDF4C7F}" type="parTrans" cxnId="{806837D6-735E-43AC-986F-44470536EA58}">
      <dgm:prSet/>
      <dgm:spPr/>
      <dgm:t>
        <a:bodyPr/>
        <a:lstStyle/>
        <a:p>
          <a:endParaRPr lang="en-US"/>
        </a:p>
      </dgm:t>
    </dgm:pt>
    <dgm:pt modelId="{C73EB002-5E22-4803-ACC2-D3076576846E}" type="sibTrans" cxnId="{806837D6-735E-43AC-986F-44470536EA58}">
      <dgm:prSet/>
      <dgm:spPr/>
      <dgm:t>
        <a:bodyPr/>
        <a:lstStyle/>
        <a:p>
          <a:endParaRPr lang="en-US"/>
        </a:p>
      </dgm:t>
    </dgm:pt>
    <dgm:pt modelId="{5CD48B60-3D66-41AC-B076-6A28CFBCD2FE}">
      <dgm:prSet/>
      <dgm:spPr/>
      <dgm:t>
        <a:bodyPr/>
        <a:lstStyle/>
        <a:p>
          <a:r>
            <a:rPr lang="en-US"/>
            <a:t>UC-2 and UC-3 full implementation in Sprint 2 and Sprint 3</a:t>
          </a:r>
        </a:p>
      </dgm:t>
    </dgm:pt>
    <dgm:pt modelId="{15C81C40-1E7F-409B-9A2E-7DC630859C2A}" type="parTrans" cxnId="{3FBBAEBF-B331-4C3E-A2B4-38E39777744C}">
      <dgm:prSet/>
      <dgm:spPr/>
      <dgm:t>
        <a:bodyPr/>
        <a:lstStyle/>
        <a:p>
          <a:endParaRPr lang="en-US"/>
        </a:p>
      </dgm:t>
    </dgm:pt>
    <dgm:pt modelId="{1E34362E-5587-42D3-B9A9-F490E04D4DC1}" type="sibTrans" cxnId="{3FBBAEBF-B331-4C3E-A2B4-38E39777744C}">
      <dgm:prSet/>
      <dgm:spPr/>
      <dgm:t>
        <a:bodyPr/>
        <a:lstStyle/>
        <a:p>
          <a:endParaRPr lang="en-US"/>
        </a:p>
      </dgm:t>
    </dgm:pt>
    <dgm:pt modelId="{CD3CD723-F578-44FA-9BEB-76634AAC1766}">
      <dgm:prSet/>
      <dgm:spPr/>
      <dgm:t>
        <a:bodyPr/>
        <a:lstStyle/>
        <a:p>
          <a:r>
            <a:rPr lang="en-US"/>
            <a:t>Mobile companion app for drivers</a:t>
          </a:r>
        </a:p>
      </dgm:t>
    </dgm:pt>
    <dgm:pt modelId="{5C79C898-B6BE-4552-89BE-FBE7C77AFBCC}" type="parTrans" cxnId="{0AEAE4B7-CF6B-4179-A98F-E27B35D5328D}">
      <dgm:prSet/>
      <dgm:spPr/>
      <dgm:t>
        <a:bodyPr/>
        <a:lstStyle/>
        <a:p>
          <a:endParaRPr lang="en-US"/>
        </a:p>
      </dgm:t>
    </dgm:pt>
    <dgm:pt modelId="{2B54006E-2465-45EE-ACB5-C55896DD1924}" type="sibTrans" cxnId="{0AEAE4B7-CF6B-4179-A98F-E27B35D5328D}">
      <dgm:prSet/>
      <dgm:spPr/>
      <dgm:t>
        <a:bodyPr/>
        <a:lstStyle/>
        <a:p>
          <a:endParaRPr lang="en-US"/>
        </a:p>
      </dgm:t>
    </dgm:pt>
    <dgm:pt modelId="{9F27BF1C-96E0-4D08-A77A-BEEFA2908939}">
      <dgm:prSet/>
      <dgm:spPr/>
      <dgm:t>
        <a:bodyPr/>
        <a:lstStyle/>
        <a:p>
          <a:r>
            <a:rPr lang="en-US"/>
            <a:t>Integration with existing city traffic management systems</a:t>
          </a:r>
        </a:p>
      </dgm:t>
    </dgm:pt>
    <dgm:pt modelId="{3C9FE7B7-88D9-4E02-B660-9FB56074AC8D}" type="parTrans" cxnId="{5366A4AD-C90D-4B44-A6A1-66ED04A2A6AD}">
      <dgm:prSet/>
      <dgm:spPr/>
      <dgm:t>
        <a:bodyPr/>
        <a:lstStyle/>
        <a:p>
          <a:endParaRPr lang="en-US"/>
        </a:p>
      </dgm:t>
    </dgm:pt>
    <dgm:pt modelId="{413612FA-C794-4EBF-A314-7B0873118941}" type="sibTrans" cxnId="{5366A4AD-C90D-4B44-A6A1-66ED04A2A6AD}">
      <dgm:prSet/>
      <dgm:spPr/>
      <dgm:t>
        <a:bodyPr/>
        <a:lstStyle/>
        <a:p>
          <a:endParaRPr lang="en-US"/>
        </a:p>
      </dgm:t>
    </dgm:pt>
    <dgm:pt modelId="{6A9A4F12-7BEE-4D57-96F3-18AC674B5F94}">
      <dgm:prSet/>
      <dgm:spPr/>
      <dgm:t>
        <a:bodyPr/>
        <a:lstStyle/>
        <a:p>
          <a:r>
            <a:rPr lang="en-US"/>
            <a:t>Expansion beyond KWC to other Canadian winter cities</a:t>
          </a:r>
        </a:p>
      </dgm:t>
    </dgm:pt>
    <dgm:pt modelId="{B3B40F35-07F0-4255-85AD-FA823BED64F7}" type="parTrans" cxnId="{2B7F978E-78F1-4AF9-A8A0-30DCE353DF26}">
      <dgm:prSet/>
      <dgm:spPr/>
      <dgm:t>
        <a:bodyPr/>
        <a:lstStyle/>
        <a:p>
          <a:endParaRPr lang="en-US"/>
        </a:p>
      </dgm:t>
    </dgm:pt>
    <dgm:pt modelId="{04FFFD46-91AA-49F4-B461-AE7722369959}" type="sibTrans" cxnId="{2B7F978E-78F1-4AF9-A8A0-30DCE353DF26}">
      <dgm:prSet/>
      <dgm:spPr/>
      <dgm:t>
        <a:bodyPr/>
        <a:lstStyle/>
        <a:p>
          <a:endParaRPr lang="en-US"/>
        </a:p>
      </dgm:t>
    </dgm:pt>
    <dgm:pt modelId="{06EDAF5A-1C9F-4A30-A3A9-1FD6057690E6}" type="pres">
      <dgm:prSet presAssocID="{0AE89A28-34ED-4FAF-9452-0BEA3A2302C5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9DE0EE-63E0-48C9-88A6-4AA36D5134EC}" type="pres">
      <dgm:prSet presAssocID="{C8156423-A2A3-42C8-A804-D55270B48AD2}" presName="parentLin" presStyleCnt="0"/>
      <dgm:spPr/>
    </dgm:pt>
    <dgm:pt modelId="{87AA8BEC-101D-400B-B83C-72D5F41B652B}" type="pres">
      <dgm:prSet presAssocID="{C8156423-A2A3-42C8-A804-D55270B48AD2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64C98C64-AD65-4E26-AD65-AD117939ED62}" type="pres">
      <dgm:prSet presAssocID="{C8156423-A2A3-42C8-A804-D55270B48AD2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F6B91C-2E2F-4393-9B7C-70068C2387FD}" type="pres">
      <dgm:prSet presAssocID="{C8156423-A2A3-42C8-A804-D55270B48AD2}" presName="negativeSpace" presStyleCnt="0"/>
      <dgm:spPr/>
    </dgm:pt>
    <dgm:pt modelId="{9C534D52-B38C-4AFD-A1A0-790E552336D9}" type="pres">
      <dgm:prSet presAssocID="{C8156423-A2A3-42C8-A804-D55270B48AD2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03A653-9D2D-480F-B2BD-18028D0A232A}" type="pres">
      <dgm:prSet presAssocID="{1F512953-91C1-4BB6-8D0B-19C965466D5C}" presName="spaceBetweenRectangles" presStyleCnt="0"/>
      <dgm:spPr/>
    </dgm:pt>
    <dgm:pt modelId="{E273657A-15B4-48E5-92D0-CA69B9EA3CD6}" type="pres">
      <dgm:prSet presAssocID="{9E291F87-4CF6-49E1-9CDB-11922FCCE632}" presName="parentLin" presStyleCnt="0"/>
      <dgm:spPr/>
    </dgm:pt>
    <dgm:pt modelId="{E8252D2E-1BAF-4A88-A03D-33041F3E123F}" type="pres">
      <dgm:prSet presAssocID="{9E291F87-4CF6-49E1-9CDB-11922FCCE632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93E66FF9-4349-40A9-8CBB-58AB838C94F0}" type="pres">
      <dgm:prSet presAssocID="{9E291F87-4CF6-49E1-9CDB-11922FCCE632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3591BD-98FF-488D-B5EB-8B621E6D7F6D}" type="pres">
      <dgm:prSet presAssocID="{9E291F87-4CF6-49E1-9CDB-11922FCCE632}" presName="negativeSpace" presStyleCnt="0"/>
      <dgm:spPr/>
    </dgm:pt>
    <dgm:pt modelId="{87C1E7BF-CA9F-43A1-9EED-0F27F779907E}" type="pres">
      <dgm:prSet presAssocID="{9E291F87-4CF6-49E1-9CDB-11922FCCE632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1B51D3A-96D3-4AFB-B2F3-B3DB84784461}" type="presOf" srcId="{843336EC-A73C-4CE8-A9A2-E37E929F60E3}" destId="{87C1E7BF-CA9F-43A1-9EED-0F27F779907E}" srcOrd="0" destOrd="1" presId="urn:microsoft.com/office/officeart/2005/8/layout/list1"/>
    <dgm:cxn modelId="{3501925F-C9D3-4434-A9C0-2F82B0B8DCB7}" type="presOf" srcId="{9E291F87-4CF6-49E1-9CDB-11922FCCE632}" destId="{E8252D2E-1BAF-4A88-A03D-33041F3E123F}" srcOrd="0" destOrd="0" presId="urn:microsoft.com/office/officeart/2005/8/layout/list1"/>
    <dgm:cxn modelId="{B8BED8FE-7579-49C5-95DE-8A8BA94E7DA5}" type="presOf" srcId="{BF69DAF8-A38F-4199-8700-879C49E666E5}" destId="{9C534D52-B38C-4AFD-A1A0-790E552336D9}" srcOrd="0" destOrd="2" presId="urn:microsoft.com/office/officeart/2005/8/layout/list1"/>
    <dgm:cxn modelId="{87D97F31-4E33-447C-B5B3-B4D19EA4BCF0}" type="presOf" srcId="{5CD48B60-3D66-41AC-B076-6A28CFBCD2FE}" destId="{87C1E7BF-CA9F-43A1-9EED-0F27F779907E}" srcOrd="0" destOrd="2" presId="urn:microsoft.com/office/officeart/2005/8/layout/list1"/>
    <dgm:cxn modelId="{806837D6-735E-43AC-986F-44470536EA58}" srcId="{9E291F87-4CF6-49E1-9CDB-11922FCCE632}" destId="{843336EC-A73C-4CE8-A9A2-E37E929F60E3}" srcOrd="1" destOrd="0" parTransId="{8B6AF8FB-79F1-4D4A-8ADF-5A21EBDF4C7F}" sibTransId="{C73EB002-5E22-4803-ACC2-D3076576846E}"/>
    <dgm:cxn modelId="{F20D0AC0-D8D5-4149-B699-54A807BEFF42}" srcId="{0AE89A28-34ED-4FAF-9452-0BEA3A2302C5}" destId="{9E291F87-4CF6-49E1-9CDB-11922FCCE632}" srcOrd="1" destOrd="0" parTransId="{03371D6C-FA03-416F-B78F-8140A3F476DA}" sibTransId="{7F284B6B-D7D6-430F-9E25-A803218AAC73}"/>
    <dgm:cxn modelId="{0370DDA7-77F8-41E9-A3F8-FB231FF20132}" type="presOf" srcId="{9E291F87-4CF6-49E1-9CDB-11922FCCE632}" destId="{93E66FF9-4349-40A9-8CBB-58AB838C94F0}" srcOrd="1" destOrd="0" presId="urn:microsoft.com/office/officeart/2005/8/layout/list1"/>
    <dgm:cxn modelId="{3655F345-92AC-426D-B181-13E4B784662B}" srcId="{C8156423-A2A3-42C8-A804-D55270B48AD2}" destId="{BF69DAF8-A38F-4199-8700-879C49E666E5}" srcOrd="2" destOrd="0" parTransId="{A6F6DE48-FDC4-4144-A0F6-67247C5E33FF}" sibTransId="{F0F9D6A4-A82A-4A22-B82C-78733414B394}"/>
    <dgm:cxn modelId="{301DEB6A-1113-4522-B7A5-00A489797313}" type="presOf" srcId="{C8156423-A2A3-42C8-A804-D55270B48AD2}" destId="{64C98C64-AD65-4E26-AD65-AD117939ED62}" srcOrd="1" destOrd="0" presId="urn:microsoft.com/office/officeart/2005/8/layout/list1"/>
    <dgm:cxn modelId="{5366A4AD-C90D-4B44-A6A1-66ED04A2A6AD}" srcId="{9E291F87-4CF6-49E1-9CDB-11922FCCE632}" destId="{9F27BF1C-96E0-4D08-A77A-BEEFA2908939}" srcOrd="4" destOrd="0" parTransId="{3C9FE7B7-88D9-4E02-B660-9FB56074AC8D}" sibTransId="{413612FA-C794-4EBF-A314-7B0873118941}"/>
    <dgm:cxn modelId="{DE6CA9FC-45EA-4E8B-870E-657709BB98DC}" srcId="{0AE89A28-34ED-4FAF-9452-0BEA3A2302C5}" destId="{C8156423-A2A3-42C8-A804-D55270B48AD2}" srcOrd="0" destOrd="0" parTransId="{33D65642-DBE8-499A-94B5-2EE7AA35EF3F}" sibTransId="{1F512953-91C1-4BB6-8D0B-19C965466D5C}"/>
    <dgm:cxn modelId="{90389E2F-9ABD-4576-82E2-0D7919157749}" type="presOf" srcId="{9F27BF1C-96E0-4D08-A77A-BEEFA2908939}" destId="{87C1E7BF-CA9F-43A1-9EED-0F27F779907E}" srcOrd="0" destOrd="4" presId="urn:microsoft.com/office/officeart/2005/8/layout/list1"/>
    <dgm:cxn modelId="{0E8C5805-8882-4C3D-A6E1-456ED8D7731A}" type="presOf" srcId="{8645249E-363F-44F4-936D-CF99DDEC5A21}" destId="{87C1E7BF-CA9F-43A1-9EED-0F27F779907E}" srcOrd="0" destOrd="0" presId="urn:microsoft.com/office/officeart/2005/8/layout/list1"/>
    <dgm:cxn modelId="{FF939933-7FB9-4933-930F-BDD3295E07BB}" type="presOf" srcId="{C8156423-A2A3-42C8-A804-D55270B48AD2}" destId="{87AA8BEC-101D-400B-B83C-72D5F41B652B}" srcOrd="0" destOrd="0" presId="urn:microsoft.com/office/officeart/2005/8/layout/list1"/>
    <dgm:cxn modelId="{92C7814B-62ED-48A3-971F-45B5FE10B27A}" type="presOf" srcId="{6A9A4F12-7BEE-4D57-96F3-18AC674B5F94}" destId="{87C1E7BF-CA9F-43A1-9EED-0F27F779907E}" srcOrd="0" destOrd="5" presId="urn:microsoft.com/office/officeart/2005/8/layout/list1"/>
    <dgm:cxn modelId="{B4DD8FB8-129E-43CB-B765-0DCDD9178D92}" type="presOf" srcId="{657ED66A-53C4-4989-B96D-338E7D4CD146}" destId="{9C534D52-B38C-4AFD-A1A0-790E552336D9}" srcOrd="0" destOrd="1" presId="urn:microsoft.com/office/officeart/2005/8/layout/list1"/>
    <dgm:cxn modelId="{A3C80315-E2FB-4798-97CF-0D033037001A}" srcId="{9E291F87-4CF6-49E1-9CDB-11922FCCE632}" destId="{8645249E-363F-44F4-936D-CF99DDEC5A21}" srcOrd="0" destOrd="0" parTransId="{1B79F643-4B3E-4492-9F27-4A9053744565}" sibTransId="{6D943589-245F-42A7-9254-9B93B034966B}"/>
    <dgm:cxn modelId="{0AEAE4B7-CF6B-4179-A98F-E27B35D5328D}" srcId="{9E291F87-4CF6-49E1-9CDB-11922FCCE632}" destId="{CD3CD723-F578-44FA-9BEB-76634AAC1766}" srcOrd="3" destOrd="0" parTransId="{5C79C898-B6BE-4552-89BE-FBE7C77AFBCC}" sibTransId="{2B54006E-2465-45EE-ACB5-C55896DD1924}"/>
    <dgm:cxn modelId="{6E766205-1F22-40E0-92FD-59BB38FC6482}" srcId="{C8156423-A2A3-42C8-A804-D55270B48AD2}" destId="{657ED66A-53C4-4989-B96D-338E7D4CD146}" srcOrd="1" destOrd="0" parTransId="{20EBA0E7-7B5F-4370-AB62-A91837FB15EC}" sibTransId="{2BBAC29A-F88A-4CD9-A4A4-D2853D3E1E26}"/>
    <dgm:cxn modelId="{3FBBAEBF-B331-4C3E-A2B4-38E39777744C}" srcId="{9E291F87-4CF6-49E1-9CDB-11922FCCE632}" destId="{5CD48B60-3D66-41AC-B076-6A28CFBCD2FE}" srcOrd="2" destOrd="0" parTransId="{15C81C40-1E7F-409B-9A2E-7DC630859C2A}" sibTransId="{1E34362E-5587-42D3-B9A9-F490E04D4DC1}"/>
    <dgm:cxn modelId="{10D792E3-609B-4A97-A389-FB85CE2619A1}" type="presOf" srcId="{EDCC6AAC-0ACF-45FD-AE77-010CC89711F0}" destId="{9C534D52-B38C-4AFD-A1A0-790E552336D9}" srcOrd="0" destOrd="0" presId="urn:microsoft.com/office/officeart/2005/8/layout/list1"/>
    <dgm:cxn modelId="{8493EC07-458C-4A0F-A823-D71DCC4DB11A}" type="presOf" srcId="{CD3CD723-F578-44FA-9BEB-76634AAC1766}" destId="{87C1E7BF-CA9F-43A1-9EED-0F27F779907E}" srcOrd="0" destOrd="3" presId="urn:microsoft.com/office/officeart/2005/8/layout/list1"/>
    <dgm:cxn modelId="{2B7F978E-78F1-4AF9-A8A0-30DCE353DF26}" srcId="{9E291F87-4CF6-49E1-9CDB-11922FCCE632}" destId="{6A9A4F12-7BEE-4D57-96F3-18AC674B5F94}" srcOrd="5" destOrd="0" parTransId="{B3B40F35-07F0-4255-85AD-FA823BED64F7}" sibTransId="{04FFFD46-91AA-49F4-B461-AE7722369959}"/>
    <dgm:cxn modelId="{8EA51738-28F5-4917-B0CC-7E222241D643}" type="presOf" srcId="{0AE89A28-34ED-4FAF-9452-0BEA3A2302C5}" destId="{06EDAF5A-1C9F-4A30-A3A9-1FD6057690E6}" srcOrd="0" destOrd="0" presId="urn:microsoft.com/office/officeart/2005/8/layout/list1"/>
    <dgm:cxn modelId="{D7F73FD3-5FBF-47EF-8DAF-2443D2365B0E}" srcId="{C8156423-A2A3-42C8-A804-D55270B48AD2}" destId="{EDCC6AAC-0ACF-45FD-AE77-010CC89711F0}" srcOrd="0" destOrd="0" parTransId="{F2EEDA0D-CB1A-43AE-B048-20DFF133DECE}" sibTransId="{284B8F8C-2F3E-4CB6-9822-5DFF87243419}"/>
    <dgm:cxn modelId="{84D8ABFF-4BC2-484F-AE2A-0B4448EF3B87}" type="presParOf" srcId="{06EDAF5A-1C9F-4A30-A3A9-1FD6057690E6}" destId="{3D9DE0EE-63E0-48C9-88A6-4AA36D5134EC}" srcOrd="0" destOrd="0" presId="urn:microsoft.com/office/officeart/2005/8/layout/list1"/>
    <dgm:cxn modelId="{10899A47-59C9-46C4-865B-CA442FC3DCA6}" type="presParOf" srcId="{3D9DE0EE-63E0-48C9-88A6-4AA36D5134EC}" destId="{87AA8BEC-101D-400B-B83C-72D5F41B652B}" srcOrd="0" destOrd="0" presId="urn:microsoft.com/office/officeart/2005/8/layout/list1"/>
    <dgm:cxn modelId="{DE503C69-7FFB-4983-92AF-C6DE81D8EEE0}" type="presParOf" srcId="{3D9DE0EE-63E0-48C9-88A6-4AA36D5134EC}" destId="{64C98C64-AD65-4E26-AD65-AD117939ED62}" srcOrd="1" destOrd="0" presId="urn:microsoft.com/office/officeart/2005/8/layout/list1"/>
    <dgm:cxn modelId="{36407544-619F-456D-842E-F08CF9BE8B68}" type="presParOf" srcId="{06EDAF5A-1C9F-4A30-A3A9-1FD6057690E6}" destId="{69F6B91C-2E2F-4393-9B7C-70068C2387FD}" srcOrd="1" destOrd="0" presId="urn:microsoft.com/office/officeart/2005/8/layout/list1"/>
    <dgm:cxn modelId="{CC7ED953-0CBB-46F7-9E50-A37775FBBE02}" type="presParOf" srcId="{06EDAF5A-1C9F-4A30-A3A9-1FD6057690E6}" destId="{9C534D52-B38C-4AFD-A1A0-790E552336D9}" srcOrd="2" destOrd="0" presId="urn:microsoft.com/office/officeart/2005/8/layout/list1"/>
    <dgm:cxn modelId="{3EE151A7-154C-4628-B6FB-C499A51B60DA}" type="presParOf" srcId="{06EDAF5A-1C9F-4A30-A3A9-1FD6057690E6}" destId="{5C03A653-9D2D-480F-B2BD-18028D0A232A}" srcOrd="3" destOrd="0" presId="urn:microsoft.com/office/officeart/2005/8/layout/list1"/>
    <dgm:cxn modelId="{9E084FE7-ED89-4E2D-A5E6-93AA3EFBBF9A}" type="presParOf" srcId="{06EDAF5A-1C9F-4A30-A3A9-1FD6057690E6}" destId="{E273657A-15B4-48E5-92D0-CA69B9EA3CD6}" srcOrd="4" destOrd="0" presId="urn:microsoft.com/office/officeart/2005/8/layout/list1"/>
    <dgm:cxn modelId="{54577DD2-1AB0-42DE-A22B-B13CEF089D76}" type="presParOf" srcId="{E273657A-15B4-48E5-92D0-CA69B9EA3CD6}" destId="{E8252D2E-1BAF-4A88-A03D-33041F3E123F}" srcOrd="0" destOrd="0" presId="urn:microsoft.com/office/officeart/2005/8/layout/list1"/>
    <dgm:cxn modelId="{032180B4-4212-48BE-AAF2-9FA984217200}" type="presParOf" srcId="{E273657A-15B4-48E5-92D0-CA69B9EA3CD6}" destId="{93E66FF9-4349-40A9-8CBB-58AB838C94F0}" srcOrd="1" destOrd="0" presId="urn:microsoft.com/office/officeart/2005/8/layout/list1"/>
    <dgm:cxn modelId="{435CF7A3-73E5-4098-B814-62EF854F90D3}" type="presParOf" srcId="{06EDAF5A-1C9F-4A30-A3A9-1FD6057690E6}" destId="{F83591BD-98FF-488D-B5EB-8B621E6D7F6D}" srcOrd="5" destOrd="0" presId="urn:microsoft.com/office/officeart/2005/8/layout/list1"/>
    <dgm:cxn modelId="{358EDBDE-49DA-4779-B702-580800CD3991}" type="presParOf" srcId="{06EDAF5A-1C9F-4A30-A3A9-1FD6057690E6}" destId="{87C1E7BF-CA9F-43A1-9EED-0F27F779907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242B318-833E-4652-AD7C-25C52A21846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812C24-7A2E-4222-B38B-915466587A75}">
      <dgm:prSet/>
      <dgm:spPr/>
      <dgm:t>
        <a:bodyPr/>
        <a:lstStyle/>
        <a:p>
          <a:r>
            <a:rPr lang="en-US"/>
            <a:t>GuideKaro — What We Built</a:t>
          </a:r>
        </a:p>
      </dgm:t>
    </dgm:pt>
    <dgm:pt modelId="{61EC63E0-538F-469D-BA51-5B0D356385B5}" type="parTrans" cxnId="{36A92B78-4B5C-404A-88F0-E393342F0F8D}">
      <dgm:prSet/>
      <dgm:spPr/>
      <dgm:t>
        <a:bodyPr/>
        <a:lstStyle/>
        <a:p>
          <a:endParaRPr lang="en-US"/>
        </a:p>
      </dgm:t>
    </dgm:pt>
    <dgm:pt modelId="{2AE9F1C0-2C3E-431D-B880-E0D758DC7681}" type="sibTrans" cxnId="{36A92B78-4B5C-404A-88F0-E393342F0F8D}">
      <dgm:prSet/>
      <dgm:spPr/>
      <dgm:t>
        <a:bodyPr/>
        <a:lstStyle/>
        <a:p>
          <a:endParaRPr lang="en-US"/>
        </a:p>
      </dgm:t>
    </dgm:pt>
    <dgm:pt modelId="{301ACE62-EDC0-40E5-96BC-9A34A5DF287F}">
      <dgm:prSet/>
      <dgm:spPr/>
      <dgm:t>
        <a:bodyPr/>
        <a:lstStyle/>
        <a:p>
          <a:r>
            <a:rPr lang="en-US"/>
            <a:t>An AI-based crosswalk safety system targeting winter road conditions in the Kitchener Waterloo–Cambridge region</a:t>
          </a:r>
        </a:p>
      </dgm:t>
    </dgm:pt>
    <dgm:pt modelId="{A02CF4F2-9E24-4858-AE73-BBB71543E827}" type="parTrans" cxnId="{D3850394-2E98-42DC-B2DB-3A34AFFEEAEE}">
      <dgm:prSet/>
      <dgm:spPr/>
      <dgm:t>
        <a:bodyPr/>
        <a:lstStyle/>
        <a:p>
          <a:endParaRPr lang="en-US"/>
        </a:p>
      </dgm:t>
    </dgm:pt>
    <dgm:pt modelId="{648D8357-117E-4E09-B01D-394D38C1ACCF}" type="sibTrans" cxnId="{D3850394-2E98-42DC-B2DB-3A34AFFEEAEE}">
      <dgm:prSet/>
      <dgm:spPr/>
      <dgm:t>
        <a:bodyPr/>
        <a:lstStyle/>
        <a:p>
          <a:endParaRPr lang="en-US"/>
        </a:p>
      </dgm:t>
    </dgm:pt>
    <dgm:pt modelId="{84D0EBFE-BE22-4304-8E90-1EEB2EE7E31A}">
      <dgm:prSet/>
      <dgm:spPr/>
      <dgm:t>
        <a:bodyPr/>
        <a:lstStyle/>
        <a:p>
          <a:r>
            <a:rPr lang="en-US"/>
            <a:t>Three use cases: early warning prevention (UC-1), crosswalk violation correction (UC-2), and city analytics (UC-3)</a:t>
          </a:r>
        </a:p>
      </dgm:t>
    </dgm:pt>
    <dgm:pt modelId="{6A79BFEF-F7B5-4FF7-8EF0-44533650624F}" type="parTrans" cxnId="{96C2BA90-C2AF-4B05-BF72-8236CC7A0A30}">
      <dgm:prSet/>
      <dgm:spPr/>
      <dgm:t>
        <a:bodyPr/>
        <a:lstStyle/>
        <a:p>
          <a:endParaRPr lang="en-US"/>
        </a:p>
      </dgm:t>
    </dgm:pt>
    <dgm:pt modelId="{91F8C2A9-141E-49A8-B726-3618910398E8}" type="sibTrans" cxnId="{96C2BA90-C2AF-4B05-BF72-8236CC7A0A30}">
      <dgm:prSet/>
      <dgm:spPr/>
      <dgm:t>
        <a:bodyPr/>
        <a:lstStyle/>
        <a:p>
          <a:endParaRPr lang="en-US"/>
        </a:p>
      </dgm:t>
    </dgm:pt>
    <dgm:pt modelId="{6D2CAC56-BB0F-4D34-BE04-1595173C8D76}">
      <dgm:prSet/>
      <dgm:spPr/>
      <dgm:t>
        <a:bodyPr/>
        <a:lstStyle/>
        <a:p>
          <a:r>
            <a:rPr lang="en-US"/>
            <a:t>ML model trained on 2,003,315 real traffic records — 98% recall on HIGH RISK class</a:t>
          </a:r>
        </a:p>
      </dgm:t>
    </dgm:pt>
    <dgm:pt modelId="{111ABBEE-001E-4009-A2FF-54DB5DBF5AB0}" type="parTrans" cxnId="{37D3EBA2-F88C-426B-93C9-0E20C4BD742F}">
      <dgm:prSet/>
      <dgm:spPr/>
      <dgm:t>
        <a:bodyPr/>
        <a:lstStyle/>
        <a:p>
          <a:endParaRPr lang="en-US"/>
        </a:p>
      </dgm:t>
    </dgm:pt>
    <dgm:pt modelId="{97D3361E-F60F-411F-AB15-DC594C2D2B2D}" type="sibTrans" cxnId="{37D3EBA2-F88C-426B-93C9-0E20C4BD742F}">
      <dgm:prSet/>
      <dgm:spPr/>
      <dgm:t>
        <a:bodyPr/>
        <a:lstStyle/>
        <a:p>
          <a:endParaRPr lang="en-US"/>
        </a:p>
      </dgm:t>
    </dgm:pt>
    <dgm:pt modelId="{34AEE545-4373-4D65-AD88-C3FED113E6A0}">
      <dgm:prSet/>
      <dgm:spPr/>
      <dgm:t>
        <a:bodyPr/>
        <a:lstStyle/>
        <a:p>
          <a:r>
            <a:rPr lang="en-US"/>
            <a:t>What the Implementation Proves</a:t>
          </a:r>
        </a:p>
      </dgm:t>
    </dgm:pt>
    <dgm:pt modelId="{EB5467B4-A04E-41B8-A8A3-3DEE559FA025}" type="parTrans" cxnId="{088B0CCF-1D8E-4717-A2EF-ECC4ADC0DCA4}">
      <dgm:prSet/>
      <dgm:spPr/>
      <dgm:t>
        <a:bodyPr/>
        <a:lstStyle/>
        <a:p>
          <a:endParaRPr lang="en-US"/>
        </a:p>
      </dgm:t>
    </dgm:pt>
    <dgm:pt modelId="{1BB389C9-F92A-421F-927E-D0666B707369}" type="sibTrans" cxnId="{088B0CCF-1D8E-4717-A2EF-ECC4ADC0DCA4}">
      <dgm:prSet/>
      <dgm:spPr/>
      <dgm:t>
        <a:bodyPr/>
        <a:lstStyle/>
        <a:p>
          <a:endParaRPr lang="en-US"/>
        </a:p>
      </dgm:t>
    </dgm:pt>
    <dgm:pt modelId="{A5278FC4-19B8-414B-953D-C8E253096F6A}">
      <dgm:prSet/>
      <dgm:spPr/>
      <dgm:t>
        <a:bodyPr/>
        <a:lstStyle/>
        <a:p>
          <a:r>
            <a:rPr lang="en-US"/>
            <a:t>Speed and distance together determine stopping risk — road condition amplifies it</a:t>
          </a:r>
        </a:p>
      </dgm:t>
    </dgm:pt>
    <dgm:pt modelId="{6DE75A56-2A59-4028-9F81-9C519D0F5CC9}" type="parTrans" cxnId="{0E181EB5-E252-40D7-A054-B7651393D07F}">
      <dgm:prSet/>
      <dgm:spPr/>
      <dgm:t>
        <a:bodyPr/>
        <a:lstStyle/>
        <a:p>
          <a:endParaRPr lang="en-US"/>
        </a:p>
      </dgm:t>
    </dgm:pt>
    <dgm:pt modelId="{05B3669A-A64F-406F-9BEA-BA8A24273CAA}" type="sibTrans" cxnId="{0E181EB5-E252-40D7-A054-B7651393D07F}">
      <dgm:prSet/>
      <dgm:spPr/>
      <dgm:t>
        <a:bodyPr/>
        <a:lstStyle/>
        <a:p>
          <a:endParaRPr lang="en-US"/>
        </a:p>
      </dgm:t>
    </dgm:pt>
    <dgm:pt modelId="{254A99BB-CD02-4AA0-85A9-F445AD0EE9BE}">
      <dgm:prSet/>
      <dgm:spPr/>
      <dgm:t>
        <a:bodyPr/>
        <a:lstStyle/>
        <a:p>
          <a:r>
            <a:rPr lang="en-US"/>
            <a:t>A vehicle at 40 km/h on ice can be more dangerous than one at 60 km/h on dry road</a:t>
          </a:r>
        </a:p>
      </dgm:t>
    </dgm:pt>
    <dgm:pt modelId="{58B5C36F-E170-4A6F-9D4F-F17209D6D62C}" type="parTrans" cxnId="{CA9477B9-754D-44E4-A220-EC518BB7D40C}">
      <dgm:prSet/>
      <dgm:spPr/>
      <dgm:t>
        <a:bodyPr/>
        <a:lstStyle/>
        <a:p>
          <a:endParaRPr lang="en-US"/>
        </a:p>
      </dgm:t>
    </dgm:pt>
    <dgm:pt modelId="{FEB1A8CF-C3A0-4C51-8EE5-361CDC07E12E}" type="sibTrans" cxnId="{CA9477B9-754D-44E4-A220-EC518BB7D40C}">
      <dgm:prSet/>
      <dgm:spPr/>
      <dgm:t>
        <a:bodyPr/>
        <a:lstStyle/>
        <a:p>
          <a:endParaRPr lang="en-US"/>
        </a:p>
      </dgm:t>
    </dgm:pt>
    <dgm:pt modelId="{6E22CF2A-FAEE-4658-9DE0-3830AEC02AB2}">
      <dgm:prSet/>
      <dgm:spPr/>
      <dgm:t>
        <a:bodyPr/>
        <a:lstStyle/>
        <a:p>
          <a:r>
            <a:rPr lang="en-US"/>
            <a:t>The model correctly alerts on genuine danger and stays silent on safe approaches</a:t>
          </a:r>
        </a:p>
      </dgm:t>
    </dgm:pt>
    <dgm:pt modelId="{CCB20877-FEB2-4EAC-A115-01845436A0BE}" type="parTrans" cxnId="{3A50146F-F794-4BD7-B2FD-2B3D7D571AA9}">
      <dgm:prSet/>
      <dgm:spPr/>
      <dgm:t>
        <a:bodyPr/>
        <a:lstStyle/>
        <a:p>
          <a:endParaRPr lang="en-US"/>
        </a:p>
      </dgm:t>
    </dgm:pt>
    <dgm:pt modelId="{473F73D8-7A73-436B-B748-1C96C3CE7328}" type="sibTrans" cxnId="{3A50146F-F794-4BD7-B2FD-2B3D7D571AA9}">
      <dgm:prSet/>
      <dgm:spPr/>
      <dgm:t>
        <a:bodyPr/>
        <a:lstStyle/>
        <a:p>
          <a:endParaRPr lang="en-US"/>
        </a:p>
      </dgm:t>
    </dgm:pt>
    <dgm:pt modelId="{93D8364C-9B4B-488D-9859-5E23AA931000}">
      <dgm:prSet/>
      <dgm:spPr/>
      <dgm:t>
        <a:bodyPr/>
        <a:lstStyle/>
        <a:p>
          <a:r>
            <a:rPr lang="en-US"/>
            <a:t>Agile Approach</a:t>
          </a:r>
        </a:p>
      </dgm:t>
    </dgm:pt>
    <dgm:pt modelId="{84BC22CF-E41A-45C5-AB54-9526FA672639}" type="parTrans" cxnId="{6FA2DDFC-1A6C-4BF3-B0DE-1B03C3C1B089}">
      <dgm:prSet/>
      <dgm:spPr/>
      <dgm:t>
        <a:bodyPr/>
        <a:lstStyle/>
        <a:p>
          <a:endParaRPr lang="en-US"/>
        </a:p>
      </dgm:t>
    </dgm:pt>
    <dgm:pt modelId="{25169BF2-0C59-4903-A3DE-5249D5CEDA68}" type="sibTrans" cxnId="{6FA2DDFC-1A6C-4BF3-B0DE-1B03C3C1B089}">
      <dgm:prSet/>
      <dgm:spPr/>
      <dgm:t>
        <a:bodyPr/>
        <a:lstStyle/>
        <a:p>
          <a:endParaRPr lang="en-US"/>
        </a:p>
      </dgm:t>
    </dgm:pt>
    <dgm:pt modelId="{5334C4B6-AB97-478D-9F23-02979E8C7BFC}">
      <dgm:prSet/>
      <dgm:spPr/>
      <dgm:t>
        <a:bodyPr/>
        <a:lstStyle/>
        <a:p>
          <a:r>
            <a:rPr lang="en-US"/>
            <a:t>User personas anchored every design decision</a:t>
          </a:r>
        </a:p>
      </dgm:t>
    </dgm:pt>
    <dgm:pt modelId="{ACBD39B4-3D33-4021-B662-32937975A2FF}" type="parTrans" cxnId="{4B8EA9E2-5E87-4800-BB18-9BD99075FA9B}">
      <dgm:prSet/>
      <dgm:spPr/>
      <dgm:t>
        <a:bodyPr/>
        <a:lstStyle/>
        <a:p>
          <a:endParaRPr lang="en-US"/>
        </a:p>
      </dgm:t>
    </dgm:pt>
    <dgm:pt modelId="{0EDF8672-8A3F-40F7-B4B8-A22D4A724AB6}" type="sibTrans" cxnId="{4B8EA9E2-5E87-4800-BB18-9BD99075FA9B}">
      <dgm:prSet/>
      <dgm:spPr/>
      <dgm:t>
        <a:bodyPr/>
        <a:lstStyle/>
        <a:p>
          <a:endParaRPr lang="en-US"/>
        </a:p>
      </dgm:t>
    </dgm:pt>
    <dgm:pt modelId="{2F806F83-6699-4B65-8BD0-871DF8B163A5}">
      <dgm:prSet/>
      <dgm:spPr/>
      <dgm:t>
        <a:bodyPr/>
        <a:lstStyle/>
        <a:p>
          <a:r>
            <a:rPr lang="en-US"/>
            <a:t>Story mapping made dependencies visible and prevented scope creep</a:t>
          </a:r>
        </a:p>
      </dgm:t>
    </dgm:pt>
    <dgm:pt modelId="{BABDF37A-D59C-4C91-8DEB-5412FF9ACEA3}" type="parTrans" cxnId="{A7488B6F-BB60-4410-8760-86EDC4CB6431}">
      <dgm:prSet/>
      <dgm:spPr/>
      <dgm:t>
        <a:bodyPr/>
        <a:lstStyle/>
        <a:p>
          <a:endParaRPr lang="en-US"/>
        </a:p>
      </dgm:t>
    </dgm:pt>
    <dgm:pt modelId="{E332748A-5D07-473A-9624-D7AC6BC2E8E5}" type="sibTrans" cxnId="{A7488B6F-BB60-4410-8760-86EDC4CB6431}">
      <dgm:prSet/>
      <dgm:spPr/>
      <dgm:t>
        <a:bodyPr/>
        <a:lstStyle/>
        <a:p>
          <a:endParaRPr lang="en-US"/>
        </a:p>
      </dgm:t>
    </dgm:pt>
    <dgm:pt modelId="{B7B09B97-5193-43D6-A69F-DA9A4C3C0D62}">
      <dgm:prSet/>
      <dgm:spPr/>
      <dgm:t>
        <a:bodyPr/>
        <a:lstStyle/>
        <a:p>
          <a:r>
            <a:rPr lang="en-US"/>
            <a:t>MVP focused on the most urgent user problem — early warning for drivers in winter Conditions</a:t>
          </a:r>
        </a:p>
      </dgm:t>
    </dgm:pt>
    <dgm:pt modelId="{CDFB7D00-1AE3-40AF-BE7E-D27C3ECEEF4B}" type="parTrans" cxnId="{7A041556-4D94-4731-B270-C6924CA15CC9}">
      <dgm:prSet/>
      <dgm:spPr/>
      <dgm:t>
        <a:bodyPr/>
        <a:lstStyle/>
        <a:p>
          <a:endParaRPr lang="en-US"/>
        </a:p>
      </dgm:t>
    </dgm:pt>
    <dgm:pt modelId="{25F341A0-B22D-4181-AA21-06466E9D0E8A}" type="sibTrans" cxnId="{7A041556-4D94-4731-B270-C6924CA15CC9}">
      <dgm:prSet/>
      <dgm:spPr/>
      <dgm:t>
        <a:bodyPr/>
        <a:lstStyle/>
        <a:p>
          <a:endParaRPr lang="en-US"/>
        </a:p>
      </dgm:t>
    </dgm:pt>
    <dgm:pt modelId="{98728CD2-1F93-48F3-AD96-591291B6A363}">
      <dgm:prSet/>
      <dgm:spPr/>
      <dgm:t>
        <a:bodyPr/>
        <a:lstStyle/>
        <a:p>
          <a:r>
            <a:rPr lang="en-US"/>
            <a:t>Sprints delivered working simulation incrementally</a:t>
          </a:r>
        </a:p>
      </dgm:t>
    </dgm:pt>
    <dgm:pt modelId="{A2B819A0-62AC-41AE-9D3E-6AB2E64E3C43}" type="parTrans" cxnId="{821EE268-A3F4-4613-9C89-6B9E19B728F7}">
      <dgm:prSet/>
      <dgm:spPr/>
      <dgm:t>
        <a:bodyPr/>
        <a:lstStyle/>
        <a:p>
          <a:endParaRPr lang="en-US"/>
        </a:p>
      </dgm:t>
    </dgm:pt>
    <dgm:pt modelId="{6BD0ABC5-F6C6-4542-BD42-4D3F9FA47A3F}" type="sibTrans" cxnId="{821EE268-A3F4-4613-9C89-6B9E19B728F7}">
      <dgm:prSet/>
      <dgm:spPr/>
      <dgm:t>
        <a:bodyPr/>
        <a:lstStyle/>
        <a:p>
          <a:endParaRPr lang="en-US"/>
        </a:p>
      </dgm:t>
    </dgm:pt>
    <dgm:pt modelId="{4678F93A-11B6-4A1A-AAC5-F5DC2CA61387}" type="pres">
      <dgm:prSet presAssocID="{D242B318-833E-4652-AD7C-25C52A21846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387A8BA-4E27-41E6-9551-B8F9DC073E5C}" type="pres">
      <dgm:prSet presAssocID="{4C812C24-7A2E-4222-B38B-915466587A75}" presName="composite" presStyleCnt="0"/>
      <dgm:spPr/>
    </dgm:pt>
    <dgm:pt modelId="{F4A1AB63-2CEF-4595-84C7-F800A2F16637}" type="pres">
      <dgm:prSet presAssocID="{4C812C24-7A2E-4222-B38B-915466587A7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BD44DF-30EC-427C-B2F6-073003B488E1}" type="pres">
      <dgm:prSet presAssocID="{4C812C24-7A2E-4222-B38B-915466587A75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CF51BE-5149-4B28-9049-41ADB2916D83}" type="pres">
      <dgm:prSet presAssocID="{2AE9F1C0-2C3E-431D-B880-E0D758DC7681}" presName="space" presStyleCnt="0"/>
      <dgm:spPr/>
    </dgm:pt>
    <dgm:pt modelId="{278B06F5-9BAD-44A6-A26E-FCB750A928AA}" type="pres">
      <dgm:prSet presAssocID="{34AEE545-4373-4D65-AD88-C3FED113E6A0}" presName="composite" presStyleCnt="0"/>
      <dgm:spPr/>
    </dgm:pt>
    <dgm:pt modelId="{7906807E-3D51-485B-9CA3-DD378EFCDD52}" type="pres">
      <dgm:prSet presAssocID="{34AEE545-4373-4D65-AD88-C3FED113E6A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ED0B52-8BAE-4E26-9248-654C3E9469EC}" type="pres">
      <dgm:prSet presAssocID="{34AEE545-4373-4D65-AD88-C3FED113E6A0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91937D-1D16-479D-B9BE-D11679A19EE9}" type="pres">
      <dgm:prSet presAssocID="{1BB389C9-F92A-421F-927E-D0666B707369}" presName="space" presStyleCnt="0"/>
      <dgm:spPr/>
    </dgm:pt>
    <dgm:pt modelId="{4E3A85E8-2E56-4304-B32A-9412390E36F3}" type="pres">
      <dgm:prSet presAssocID="{93D8364C-9B4B-488D-9859-5E23AA931000}" presName="composite" presStyleCnt="0"/>
      <dgm:spPr/>
    </dgm:pt>
    <dgm:pt modelId="{59A7157F-FC5D-471D-B8EA-AF271D21688E}" type="pres">
      <dgm:prSet presAssocID="{93D8364C-9B4B-488D-9859-5E23AA93100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6B288E-83D3-486B-B78C-C68DD738A8B2}" type="pres">
      <dgm:prSet presAssocID="{93D8364C-9B4B-488D-9859-5E23AA931000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4200A50-2A91-4FDD-8668-CBC93AF540E4}" type="presOf" srcId="{B7B09B97-5193-43D6-A69F-DA9A4C3C0D62}" destId="{926B288E-83D3-486B-B78C-C68DD738A8B2}" srcOrd="0" destOrd="2" presId="urn:microsoft.com/office/officeart/2005/8/layout/hList1"/>
    <dgm:cxn modelId="{B5B1836F-6CAE-48B5-8B4A-C6F4A1C48347}" type="presOf" srcId="{301ACE62-EDC0-40E5-96BC-9A34A5DF287F}" destId="{FEBD44DF-30EC-427C-B2F6-073003B488E1}" srcOrd="0" destOrd="0" presId="urn:microsoft.com/office/officeart/2005/8/layout/hList1"/>
    <dgm:cxn modelId="{89BD6E9B-879D-40EE-9C13-854AE68A55E7}" type="presOf" srcId="{2F806F83-6699-4B65-8BD0-871DF8B163A5}" destId="{926B288E-83D3-486B-B78C-C68DD738A8B2}" srcOrd="0" destOrd="1" presId="urn:microsoft.com/office/officeart/2005/8/layout/hList1"/>
    <dgm:cxn modelId="{C97A3AF2-6137-4BDF-88B1-6A5B74329456}" type="presOf" srcId="{6D2CAC56-BB0F-4D34-BE04-1595173C8D76}" destId="{FEBD44DF-30EC-427C-B2F6-073003B488E1}" srcOrd="0" destOrd="2" presId="urn:microsoft.com/office/officeart/2005/8/layout/hList1"/>
    <dgm:cxn modelId="{D3850394-2E98-42DC-B2DB-3A34AFFEEAEE}" srcId="{4C812C24-7A2E-4222-B38B-915466587A75}" destId="{301ACE62-EDC0-40E5-96BC-9A34A5DF287F}" srcOrd="0" destOrd="0" parTransId="{A02CF4F2-9E24-4858-AE73-BBB71543E827}" sibTransId="{648D8357-117E-4E09-B01D-394D38C1ACCF}"/>
    <dgm:cxn modelId="{DB94C289-BC9F-4740-9F1E-798C4CC7948C}" type="presOf" srcId="{4C812C24-7A2E-4222-B38B-915466587A75}" destId="{F4A1AB63-2CEF-4595-84C7-F800A2F16637}" srcOrd="0" destOrd="0" presId="urn:microsoft.com/office/officeart/2005/8/layout/hList1"/>
    <dgm:cxn modelId="{088B0CCF-1D8E-4717-A2EF-ECC4ADC0DCA4}" srcId="{D242B318-833E-4652-AD7C-25C52A218460}" destId="{34AEE545-4373-4D65-AD88-C3FED113E6A0}" srcOrd="1" destOrd="0" parTransId="{EB5467B4-A04E-41B8-A8A3-3DEE559FA025}" sibTransId="{1BB389C9-F92A-421F-927E-D0666B707369}"/>
    <dgm:cxn modelId="{287C9AB9-D2AC-4D46-BC65-9B8C7B4ABFB6}" type="presOf" srcId="{254A99BB-CD02-4AA0-85A9-F445AD0EE9BE}" destId="{EAED0B52-8BAE-4E26-9248-654C3E9469EC}" srcOrd="0" destOrd="1" presId="urn:microsoft.com/office/officeart/2005/8/layout/hList1"/>
    <dgm:cxn modelId="{CA9477B9-754D-44E4-A220-EC518BB7D40C}" srcId="{34AEE545-4373-4D65-AD88-C3FED113E6A0}" destId="{254A99BB-CD02-4AA0-85A9-F445AD0EE9BE}" srcOrd="1" destOrd="0" parTransId="{58B5C36F-E170-4A6F-9D4F-F17209D6D62C}" sibTransId="{FEB1A8CF-C3A0-4C51-8EE5-361CDC07E12E}"/>
    <dgm:cxn modelId="{4B8EA9E2-5E87-4800-BB18-9BD99075FA9B}" srcId="{93D8364C-9B4B-488D-9859-5E23AA931000}" destId="{5334C4B6-AB97-478D-9F23-02979E8C7BFC}" srcOrd="0" destOrd="0" parTransId="{ACBD39B4-3D33-4021-B662-32937975A2FF}" sibTransId="{0EDF8672-8A3F-40F7-B4B8-A22D4A724AB6}"/>
    <dgm:cxn modelId="{3A50146F-F794-4BD7-B2FD-2B3D7D571AA9}" srcId="{34AEE545-4373-4D65-AD88-C3FED113E6A0}" destId="{6E22CF2A-FAEE-4658-9DE0-3830AEC02AB2}" srcOrd="2" destOrd="0" parTransId="{CCB20877-FEB2-4EAC-A115-01845436A0BE}" sibTransId="{473F73D8-7A73-436B-B748-1C96C3CE7328}"/>
    <dgm:cxn modelId="{37D3EBA2-F88C-426B-93C9-0E20C4BD742F}" srcId="{4C812C24-7A2E-4222-B38B-915466587A75}" destId="{6D2CAC56-BB0F-4D34-BE04-1595173C8D76}" srcOrd="2" destOrd="0" parTransId="{111ABBEE-001E-4009-A2FF-54DB5DBF5AB0}" sibTransId="{97D3361E-F60F-411F-AB15-DC594C2D2B2D}"/>
    <dgm:cxn modelId="{A7488B6F-BB60-4410-8760-86EDC4CB6431}" srcId="{93D8364C-9B4B-488D-9859-5E23AA931000}" destId="{2F806F83-6699-4B65-8BD0-871DF8B163A5}" srcOrd="1" destOrd="0" parTransId="{BABDF37A-D59C-4C91-8DEB-5412FF9ACEA3}" sibTransId="{E332748A-5D07-473A-9624-D7AC6BC2E8E5}"/>
    <dgm:cxn modelId="{83ABE2FA-2DDE-4E45-8C20-27D0EC8A6237}" type="presOf" srcId="{93D8364C-9B4B-488D-9859-5E23AA931000}" destId="{59A7157F-FC5D-471D-B8EA-AF271D21688E}" srcOrd="0" destOrd="0" presId="urn:microsoft.com/office/officeart/2005/8/layout/hList1"/>
    <dgm:cxn modelId="{DC80F023-FC8E-4C26-B573-3065954155AA}" type="presOf" srcId="{D242B318-833E-4652-AD7C-25C52A218460}" destId="{4678F93A-11B6-4A1A-AAC5-F5DC2CA61387}" srcOrd="0" destOrd="0" presId="urn:microsoft.com/office/officeart/2005/8/layout/hList1"/>
    <dgm:cxn modelId="{23841331-CAE5-45A7-A688-E25322FCECBB}" type="presOf" srcId="{A5278FC4-19B8-414B-953D-C8E253096F6A}" destId="{EAED0B52-8BAE-4E26-9248-654C3E9469EC}" srcOrd="0" destOrd="0" presId="urn:microsoft.com/office/officeart/2005/8/layout/hList1"/>
    <dgm:cxn modelId="{6FA2DDFC-1A6C-4BF3-B0DE-1B03C3C1B089}" srcId="{D242B318-833E-4652-AD7C-25C52A218460}" destId="{93D8364C-9B4B-488D-9859-5E23AA931000}" srcOrd="2" destOrd="0" parTransId="{84BC22CF-E41A-45C5-AB54-9526FA672639}" sibTransId="{25169BF2-0C59-4903-A3DE-5249D5CEDA68}"/>
    <dgm:cxn modelId="{F216A582-8170-43EE-B3EA-630BA0C6B1A2}" type="presOf" srcId="{34AEE545-4373-4D65-AD88-C3FED113E6A0}" destId="{7906807E-3D51-485B-9CA3-DD378EFCDD52}" srcOrd="0" destOrd="0" presId="urn:microsoft.com/office/officeart/2005/8/layout/hList1"/>
    <dgm:cxn modelId="{821EE268-A3F4-4613-9C89-6B9E19B728F7}" srcId="{93D8364C-9B4B-488D-9859-5E23AA931000}" destId="{98728CD2-1F93-48F3-AD96-591291B6A363}" srcOrd="3" destOrd="0" parTransId="{A2B819A0-62AC-41AE-9D3E-6AB2E64E3C43}" sibTransId="{6BD0ABC5-F6C6-4542-BD42-4D3F9FA47A3F}"/>
    <dgm:cxn modelId="{7A041556-4D94-4731-B270-C6924CA15CC9}" srcId="{93D8364C-9B4B-488D-9859-5E23AA931000}" destId="{B7B09B97-5193-43D6-A69F-DA9A4C3C0D62}" srcOrd="2" destOrd="0" parTransId="{CDFB7D00-1AE3-40AF-BE7E-D27C3ECEEF4B}" sibTransId="{25F341A0-B22D-4181-AA21-06466E9D0E8A}"/>
    <dgm:cxn modelId="{96C2BA90-C2AF-4B05-BF72-8236CC7A0A30}" srcId="{4C812C24-7A2E-4222-B38B-915466587A75}" destId="{84D0EBFE-BE22-4304-8E90-1EEB2EE7E31A}" srcOrd="1" destOrd="0" parTransId="{6A79BFEF-F7B5-4FF7-8EF0-44533650624F}" sibTransId="{91F8C2A9-141E-49A8-B726-3618910398E8}"/>
    <dgm:cxn modelId="{36A92B78-4B5C-404A-88F0-E393342F0F8D}" srcId="{D242B318-833E-4652-AD7C-25C52A218460}" destId="{4C812C24-7A2E-4222-B38B-915466587A75}" srcOrd="0" destOrd="0" parTransId="{61EC63E0-538F-469D-BA51-5B0D356385B5}" sibTransId="{2AE9F1C0-2C3E-431D-B880-E0D758DC7681}"/>
    <dgm:cxn modelId="{99CA802D-6E4D-4392-967B-9127E3120DB4}" type="presOf" srcId="{84D0EBFE-BE22-4304-8E90-1EEB2EE7E31A}" destId="{FEBD44DF-30EC-427C-B2F6-073003B488E1}" srcOrd="0" destOrd="1" presId="urn:microsoft.com/office/officeart/2005/8/layout/hList1"/>
    <dgm:cxn modelId="{0E181EB5-E252-40D7-A054-B7651393D07F}" srcId="{34AEE545-4373-4D65-AD88-C3FED113E6A0}" destId="{A5278FC4-19B8-414B-953D-C8E253096F6A}" srcOrd="0" destOrd="0" parTransId="{6DE75A56-2A59-4028-9F81-9C519D0F5CC9}" sibTransId="{05B3669A-A64F-406F-9BEA-BA8A24273CAA}"/>
    <dgm:cxn modelId="{8797540C-0DD9-41A3-820C-D60A752E66C0}" type="presOf" srcId="{6E22CF2A-FAEE-4658-9DE0-3830AEC02AB2}" destId="{EAED0B52-8BAE-4E26-9248-654C3E9469EC}" srcOrd="0" destOrd="2" presId="urn:microsoft.com/office/officeart/2005/8/layout/hList1"/>
    <dgm:cxn modelId="{19B02C53-F871-426F-918D-A5559A292B39}" type="presOf" srcId="{5334C4B6-AB97-478D-9F23-02979E8C7BFC}" destId="{926B288E-83D3-486B-B78C-C68DD738A8B2}" srcOrd="0" destOrd="0" presId="urn:microsoft.com/office/officeart/2005/8/layout/hList1"/>
    <dgm:cxn modelId="{CD1FE8EC-0EAC-43BD-84CC-018E42F6FC70}" type="presOf" srcId="{98728CD2-1F93-48F3-AD96-591291B6A363}" destId="{926B288E-83D3-486B-B78C-C68DD738A8B2}" srcOrd="0" destOrd="3" presId="urn:microsoft.com/office/officeart/2005/8/layout/hList1"/>
    <dgm:cxn modelId="{383DD1B7-52C2-4834-BE86-35D0B43B1A83}" type="presParOf" srcId="{4678F93A-11B6-4A1A-AAC5-F5DC2CA61387}" destId="{5387A8BA-4E27-41E6-9551-B8F9DC073E5C}" srcOrd="0" destOrd="0" presId="urn:microsoft.com/office/officeart/2005/8/layout/hList1"/>
    <dgm:cxn modelId="{A208E9BC-1A04-4793-84A7-73723C1F15F9}" type="presParOf" srcId="{5387A8BA-4E27-41E6-9551-B8F9DC073E5C}" destId="{F4A1AB63-2CEF-4595-84C7-F800A2F16637}" srcOrd="0" destOrd="0" presId="urn:microsoft.com/office/officeart/2005/8/layout/hList1"/>
    <dgm:cxn modelId="{5783876A-D53B-4BB9-A1FE-8F67C2B55BD3}" type="presParOf" srcId="{5387A8BA-4E27-41E6-9551-B8F9DC073E5C}" destId="{FEBD44DF-30EC-427C-B2F6-073003B488E1}" srcOrd="1" destOrd="0" presId="urn:microsoft.com/office/officeart/2005/8/layout/hList1"/>
    <dgm:cxn modelId="{E945D7D8-17D7-44A2-9780-BA3734C296F7}" type="presParOf" srcId="{4678F93A-11B6-4A1A-AAC5-F5DC2CA61387}" destId="{58CF51BE-5149-4B28-9049-41ADB2916D83}" srcOrd="1" destOrd="0" presId="urn:microsoft.com/office/officeart/2005/8/layout/hList1"/>
    <dgm:cxn modelId="{5E5038CA-7002-4712-9EA8-F9BB01AB08B0}" type="presParOf" srcId="{4678F93A-11B6-4A1A-AAC5-F5DC2CA61387}" destId="{278B06F5-9BAD-44A6-A26E-FCB750A928AA}" srcOrd="2" destOrd="0" presId="urn:microsoft.com/office/officeart/2005/8/layout/hList1"/>
    <dgm:cxn modelId="{A36A6F59-500A-49C1-8F8B-ED9710862D65}" type="presParOf" srcId="{278B06F5-9BAD-44A6-A26E-FCB750A928AA}" destId="{7906807E-3D51-485B-9CA3-DD378EFCDD52}" srcOrd="0" destOrd="0" presId="urn:microsoft.com/office/officeart/2005/8/layout/hList1"/>
    <dgm:cxn modelId="{E42F2BA4-B23D-4BE6-A958-9A586F2BAEB4}" type="presParOf" srcId="{278B06F5-9BAD-44A6-A26E-FCB750A928AA}" destId="{EAED0B52-8BAE-4E26-9248-654C3E9469EC}" srcOrd="1" destOrd="0" presId="urn:microsoft.com/office/officeart/2005/8/layout/hList1"/>
    <dgm:cxn modelId="{2395C362-F7F5-464D-B82A-D128707D52B0}" type="presParOf" srcId="{4678F93A-11B6-4A1A-AAC5-F5DC2CA61387}" destId="{9D91937D-1D16-479D-B9BE-D11679A19EE9}" srcOrd="3" destOrd="0" presId="urn:microsoft.com/office/officeart/2005/8/layout/hList1"/>
    <dgm:cxn modelId="{B86109FA-8D98-4FD8-AA0C-7F58D0E4DCFE}" type="presParOf" srcId="{4678F93A-11B6-4A1A-AAC5-F5DC2CA61387}" destId="{4E3A85E8-2E56-4304-B32A-9412390E36F3}" srcOrd="4" destOrd="0" presId="urn:microsoft.com/office/officeart/2005/8/layout/hList1"/>
    <dgm:cxn modelId="{D65D555E-902E-4AAA-90A6-53556D8A2347}" type="presParOf" srcId="{4E3A85E8-2E56-4304-B32A-9412390E36F3}" destId="{59A7157F-FC5D-471D-B8EA-AF271D21688E}" srcOrd="0" destOrd="0" presId="urn:microsoft.com/office/officeart/2005/8/layout/hList1"/>
    <dgm:cxn modelId="{EFD9E976-573E-43A6-AB8C-41F356E85842}" type="presParOf" srcId="{4E3A85E8-2E56-4304-B32A-9412390E36F3}" destId="{926B288E-83D3-486B-B78C-C68DD738A8B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2F24E-8A28-4279-B57C-CABAFAFF1874}">
      <dsp:nvSpPr>
        <dsp:cNvPr id="0" name=""/>
        <dsp:cNvSpPr/>
      </dsp:nvSpPr>
      <dsp:spPr>
        <a:xfrm>
          <a:off x="8233" y="55653"/>
          <a:ext cx="1001606" cy="10016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0B530-0091-46EF-BD58-FB2283455D5F}">
      <dsp:nvSpPr>
        <dsp:cNvPr id="0" name=""/>
        <dsp:cNvSpPr/>
      </dsp:nvSpPr>
      <dsp:spPr>
        <a:xfrm>
          <a:off x="8233" y="1200850"/>
          <a:ext cx="2861733" cy="429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UC-1: Early Warning for Approaching Drivers</a:t>
          </a:r>
        </a:p>
      </dsp:txBody>
      <dsp:txXfrm>
        <a:off x="8233" y="1200850"/>
        <a:ext cx="2861733" cy="429260"/>
      </dsp:txXfrm>
    </dsp:sp>
    <dsp:sp modelId="{ECC76523-84F1-4AD8-A1D2-E6ABDCD8E45B}">
      <dsp:nvSpPr>
        <dsp:cNvPr id="0" name=""/>
        <dsp:cNvSpPr/>
      </dsp:nvSpPr>
      <dsp:spPr>
        <a:xfrm>
          <a:off x="8233" y="1696896"/>
          <a:ext cx="2861733" cy="1698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Detects vehicles approaching a crosswalk at 100–200m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Assesses speed, distance, road condition, and deceleration capability.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Issues an early "Slow down now" alert before danger occurs.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Primary actor: Driver</a:t>
          </a:r>
        </a:p>
      </dsp:txBody>
      <dsp:txXfrm>
        <a:off x="8233" y="1696896"/>
        <a:ext cx="2861733" cy="1698063"/>
      </dsp:txXfrm>
    </dsp:sp>
    <dsp:sp modelId="{1E8C1D86-74AC-4B70-816D-871230739950}">
      <dsp:nvSpPr>
        <dsp:cNvPr id="0" name=""/>
        <dsp:cNvSpPr/>
      </dsp:nvSpPr>
      <dsp:spPr>
        <a:xfrm>
          <a:off x="3370770" y="55653"/>
          <a:ext cx="1001606" cy="10016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4C418-16B9-4134-9D28-75337C0A0DA5}">
      <dsp:nvSpPr>
        <dsp:cNvPr id="0" name=""/>
        <dsp:cNvSpPr/>
      </dsp:nvSpPr>
      <dsp:spPr>
        <a:xfrm>
          <a:off x="3370770" y="1200850"/>
          <a:ext cx="2861733" cy="429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UC-2: Crosswalk Violation Detection &amp; Driver Notification</a:t>
          </a:r>
        </a:p>
      </dsp:txBody>
      <dsp:txXfrm>
        <a:off x="3370770" y="1200850"/>
        <a:ext cx="2861733" cy="429260"/>
      </dsp:txXfrm>
    </dsp:sp>
    <dsp:sp modelId="{B77DC1E4-37B6-4905-A627-44382D34A1A5}">
      <dsp:nvSpPr>
        <dsp:cNvPr id="0" name=""/>
        <dsp:cNvSpPr/>
      </dsp:nvSpPr>
      <dsp:spPr>
        <a:xfrm>
          <a:off x="3370770" y="1696896"/>
          <a:ext cx="2861733" cy="1698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Detects when a vehicle is blocking or has overshot the crosswalk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Issues a calm correction alert: "You are blocking the crosswalk — please move back“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Logs the event for city analytics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Primary actor: Driver</a:t>
          </a:r>
        </a:p>
      </dsp:txBody>
      <dsp:txXfrm>
        <a:off x="3370770" y="1696896"/>
        <a:ext cx="2861733" cy="1698063"/>
      </dsp:txXfrm>
    </dsp:sp>
    <dsp:sp modelId="{B2203CE2-7BE8-4997-BCFB-A22E0EE4F7FB}">
      <dsp:nvSpPr>
        <dsp:cNvPr id="0" name=""/>
        <dsp:cNvSpPr/>
      </dsp:nvSpPr>
      <dsp:spPr>
        <a:xfrm>
          <a:off x="6733307" y="55653"/>
          <a:ext cx="1001606" cy="10016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42C5D-6F48-46C9-868B-7CDA86FADD7D}">
      <dsp:nvSpPr>
        <dsp:cNvPr id="0" name=""/>
        <dsp:cNvSpPr/>
      </dsp:nvSpPr>
      <dsp:spPr>
        <a:xfrm>
          <a:off x="6733307" y="1200850"/>
          <a:ext cx="2861733" cy="429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UC-3: City Traffic Authority Dashboard</a:t>
          </a:r>
        </a:p>
      </dsp:txBody>
      <dsp:txXfrm>
        <a:off x="6733307" y="1200850"/>
        <a:ext cx="2861733" cy="429260"/>
      </dsp:txXfrm>
    </dsp:sp>
    <dsp:sp modelId="{600908BB-6956-4FB9-9825-E7DF24950E61}">
      <dsp:nvSpPr>
        <dsp:cNvPr id="0" name=""/>
        <dsp:cNvSpPr/>
      </dsp:nvSpPr>
      <dsp:spPr>
        <a:xfrm>
          <a:off x="6733307" y="1696896"/>
          <a:ext cx="2861733" cy="1698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Aggregates detection and violation data across intersections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Visualizes high-risk crosswalk hotspots on a map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Allows filtering by weather, time of day, and road condition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Supports exportable reports for policy and enforcement decisions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Primary actor: City Traffic Authority / Smart City Planner</a:t>
          </a:r>
        </a:p>
      </dsp:txBody>
      <dsp:txXfrm>
        <a:off x="6733307" y="1696896"/>
        <a:ext cx="2861733" cy="16980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739FB-5126-452E-9DE6-915605A30EC6}">
      <dsp:nvSpPr>
        <dsp:cNvPr id="0" name=""/>
        <dsp:cNvSpPr/>
      </dsp:nvSpPr>
      <dsp:spPr>
        <a:xfrm>
          <a:off x="1172" y="119063"/>
          <a:ext cx="2743437" cy="1371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UC-1 Backbone (Prevention Workflow)</a:t>
          </a:r>
        </a:p>
      </dsp:txBody>
      <dsp:txXfrm>
        <a:off x="41348" y="159239"/>
        <a:ext cx="2663085" cy="1291366"/>
      </dsp:txXfrm>
    </dsp:sp>
    <dsp:sp modelId="{924BC693-899F-4E0B-A318-EDBCECDAF08A}">
      <dsp:nvSpPr>
        <dsp:cNvPr id="0" name=""/>
        <dsp:cNvSpPr/>
      </dsp:nvSpPr>
      <dsp:spPr>
        <a:xfrm>
          <a:off x="275516" y="1490782"/>
          <a:ext cx="274343" cy="10287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8788"/>
              </a:lnTo>
              <a:lnTo>
                <a:pt x="274343" y="1028788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E97ADD-F6B8-4B6E-9A16-B3768075B6E3}">
      <dsp:nvSpPr>
        <dsp:cNvPr id="0" name=""/>
        <dsp:cNvSpPr/>
      </dsp:nvSpPr>
      <dsp:spPr>
        <a:xfrm>
          <a:off x="549859" y="1833711"/>
          <a:ext cx="2194749" cy="137171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Start Driving → Approach Crosswalk → Assess Risk → Receive Alert → Take Action → Complete Crossing</a:t>
          </a:r>
        </a:p>
      </dsp:txBody>
      <dsp:txXfrm>
        <a:off x="590035" y="1873887"/>
        <a:ext cx="2114397" cy="1291366"/>
      </dsp:txXfrm>
    </dsp:sp>
    <dsp:sp modelId="{C968D3C2-07C8-4B24-85DF-2AABEDC262AE}">
      <dsp:nvSpPr>
        <dsp:cNvPr id="0" name=""/>
        <dsp:cNvSpPr/>
      </dsp:nvSpPr>
      <dsp:spPr>
        <a:xfrm>
          <a:off x="3430468" y="119063"/>
          <a:ext cx="2743437" cy="1371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UC-2 Backbone (Correction Workflow)</a:t>
          </a:r>
        </a:p>
      </dsp:txBody>
      <dsp:txXfrm>
        <a:off x="3470644" y="159239"/>
        <a:ext cx="2663085" cy="1291366"/>
      </dsp:txXfrm>
    </dsp:sp>
    <dsp:sp modelId="{A2703EEF-7820-4E44-B2FD-72AFF1ABC310}">
      <dsp:nvSpPr>
        <dsp:cNvPr id="0" name=""/>
        <dsp:cNvSpPr/>
      </dsp:nvSpPr>
      <dsp:spPr>
        <a:xfrm>
          <a:off x="3704812" y="1490782"/>
          <a:ext cx="274343" cy="10287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8788"/>
              </a:lnTo>
              <a:lnTo>
                <a:pt x="274343" y="1028788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F40886-E7B5-4562-9F57-D69650FFB64C}">
      <dsp:nvSpPr>
        <dsp:cNvPr id="0" name=""/>
        <dsp:cNvSpPr/>
      </dsp:nvSpPr>
      <dsp:spPr>
        <a:xfrm>
          <a:off x="3979156" y="1833711"/>
          <a:ext cx="2194749" cy="137171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Stop Near Crosswalk → Detect Position → Identify Violation → Notify Driver → Correct Position → Log Event</a:t>
          </a:r>
        </a:p>
      </dsp:txBody>
      <dsp:txXfrm>
        <a:off x="4019332" y="1873887"/>
        <a:ext cx="2114397" cy="1291366"/>
      </dsp:txXfrm>
    </dsp:sp>
    <dsp:sp modelId="{DDAD90AB-2EF1-436A-B8D5-3BC33323C575}">
      <dsp:nvSpPr>
        <dsp:cNvPr id="0" name=""/>
        <dsp:cNvSpPr/>
      </dsp:nvSpPr>
      <dsp:spPr>
        <a:xfrm>
          <a:off x="6859765" y="119063"/>
          <a:ext cx="2743437" cy="1371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UC-3 Backbone (Analytics Workflow)</a:t>
          </a:r>
        </a:p>
      </dsp:txBody>
      <dsp:txXfrm>
        <a:off x="6899941" y="159239"/>
        <a:ext cx="2663085" cy="1291366"/>
      </dsp:txXfrm>
    </dsp:sp>
    <dsp:sp modelId="{DA2C4C09-E69F-4367-A200-5B9F32E61806}">
      <dsp:nvSpPr>
        <dsp:cNvPr id="0" name=""/>
        <dsp:cNvSpPr/>
      </dsp:nvSpPr>
      <dsp:spPr>
        <a:xfrm>
          <a:off x="7134109" y="1490782"/>
          <a:ext cx="274343" cy="10287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8788"/>
              </a:lnTo>
              <a:lnTo>
                <a:pt x="274343" y="1028788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078518-9F5F-46C7-A2F1-ACD4D8C80402}">
      <dsp:nvSpPr>
        <dsp:cNvPr id="0" name=""/>
        <dsp:cNvSpPr/>
      </dsp:nvSpPr>
      <dsp:spPr>
        <a:xfrm>
          <a:off x="7408452" y="1833711"/>
          <a:ext cx="2194749" cy="137171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Access Dashboard → View Overview → Analyze Hotspots → Filter Data → Generate Reports → Take Action</a:t>
          </a:r>
        </a:p>
      </dsp:txBody>
      <dsp:txXfrm>
        <a:off x="7448628" y="1873887"/>
        <a:ext cx="2114397" cy="12913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5DF6E-FE3E-4116-A780-656D1B9FA719}">
      <dsp:nvSpPr>
        <dsp:cNvPr id="0" name=""/>
        <dsp:cNvSpPr/>
      </dsp:nvSpPr>
      <dsp:spPr>
        <a:xfrm>
          <a:off x="0" y="0"/>
          <a:ext cx="7395368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Feature works on simulation video</a:t>
          </a:r>
        </a:p>
      </dsp:txBody>
      <dsp:txXfrm>
        <a:off x="17527" y="17527"/>
        <a:ext cx="6679624" cy="563354"/>
      </dsp:txXfrm>
    </dsp:sp>
    <dsp:sp modelId="{B77078A0-7F8C-42C2-8551-67BC05E41315}">
      <dsp:nvSpPr>
        <dsp:cNvPr id="0" name=""/>
        <dsp:cNvSpPr/>
      </dsp:nvSpPr>
      <dsp:spPr>
        <a:xfrm>
          <a:off x="552251" y="681521"/>
          <a:ext cx="7395368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848244"/>
                <a:satOff val="2796"/>
                <a:lumOff val="299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848244"/>
                <a:satOff val="2796"/>
                <a:lumOff val="299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848244"/>
                <a:satOff val="2796"/>
                <a:lumOff val="299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Output is visible (alert / log / chart)</a:t>
          </a:r>
        </a:p>
      </dsp:txBody>
      <dsp:txXfrm>
        <a:off x="569778" y="699048"/>
        <a:ext cx="6419097" cy="563354"/>
      </dsp:txXfrm>
    </dsp:sp>
    <dsp:sp modelId="{2388C6A7-72BB-4767-8152-71D6094C21F9}">
      <dsp:nvSpPr>
        <dsp:cNvPr id="0" name=""/>
        <dsp:cNvSpPr/>
      </dsp:nvSpPr>
      <dsp:spPr>
        <a:xfrm>
          <a:off x="1104503" y="1363042"/>
          <a:ext cx="7395368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696488"/>
                <a:satOff val="5592"/>
                <a:lumOff val="598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696488"/>
                <a:satOff val="5592"/>
                <a:lumOff val="598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696488"/>
                <a:satOff val="5592"/>
                <a:lumOff val="598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Screenshot or demo recording is available</a:t>
          </a:r>
        </a:p>
      </dsp:txBody>
      <dsp:txXfrm>
        <a:off x="1122030" y="1380569"/>
        <a:ext cx="6419097" cy="563354"/>
      </dsp:txXfrm>
    </dsp:sp>
    <dsp:sp modelId="{010AA024-8E18-4F9C-9DEF-3E3A4B80B423}">
      <dsp:nvSpPr>
        <dsp:cNvPr id="0" name=""/>
        <dsp:cNvSpPr/>
      </dsp:nvSpPr>
      <dsp:spPr>
        <a:xfrm>
          <a:off x="1656754" y="2044563"/>
          <a:ext cx="7395368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544732"/>
                <a:satOff val="8389"/>
                <a:lumOff val="897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544732"/>
                <a:satOff val="8389"/>
                <a:lumOff val="897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544732"/>
                <a:satOff val="8389"/>
                <a:lumOff val="897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Code is committed to GitHub</a:t>
          </a:r>
        </a:p>
      </dsp:txBody>
      <dsp:txXfrm>
        <a:off x="1674281" y="2062090"/>
        <a:ext cx="6419097" cy="563354"/>
      </dsp:txXfrm>
    </dsp:sp>
    <dsp:sp modelId="{889ED960-5F88-4F3C-8807-ACAD4EE993A0}">
      <dsp:nvSpPr>
        <dsp:cNvPr id="0" name=""/>
        <dsp:cNvSpPr/>
      </dsp:nvSpPr>
      <dsp:spPr>
        <a:xfrm>
          <a:off x="2209006" y="2726085"/>
          <a:ext cx="7395368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Feature is documented in the report</a:t>
          </a:r>
        </a:p>
      </dsp:txBody>
      <dsp:txXfrm>
        <a:off x="2226533" y="2743612"/>
        <a:ext cx="6419097" cy="563354"/>
      </dsp:txXfrm>
    </dsp:sp>
    <dsp:sp modelId="{923A204C-6EF8-43D3-80EB-CBB049A67793}">
      <dsp:nvSpPr>
        <dsp:cNvPr id="0" name=""/>
        <dsp:cNvSpPr/>
      </dsp:nvSpPr>
      <dsp:spPr>
        <a:xfrm>
          <a:off x="7006402" y="437170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093919" y="437170"/>
        <a:ext cx="213931" cy="292696"/>
      </dsp:txXfrm>
    </dsp:sp>
    <dsp:sp modelId="{46EADB6C-4823-419A-B23A-3BF60C19E628}">
      <dsp:nvSpPr>
        <dsp:cNvPr id="0" name=""/>
        <dsp:cNvSpPr/>
      </dsp:nvSpPr>
      <dsp:spPr>
        <a:xfrm>
          <a:off x="7558654" y="1118692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397606"/>
            <a:satOff val="5601"/>
            <a:lumOff val="83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1397606"/>
              <a:satOff val="5601"/>
              <a:lumOff val="83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646171" y="1118692"/>
        <a:ext cx="213931" cy="292696"/>
      </dsp:txXfrm>
    </dsp:sp>
    <dsp:sp modelId="{681CE3B4-BAD7-4673-A449-A2B2464C14DE}">
      <dsp:nvSpPr>
        <dsp:cNvPr id="0" name=""/>
        <dsp:cNvSpPr/>
      </dsp:nvSpPr>
      <dsp:spPr>
        <a:xfrm>
          <a:off x="8110906" y="1790240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795213"/>
            <a:satOff val="11203"/>
            <a:lumOff val="166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2795213"/>
              <a:satOff val="11203"/>
              <a:lumOff val="166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8198423" y="1790240"/>
        <a:ext cx="213931" cy="292696"/>
      </dsp:txXfrm>
    </dsp:sp>
    <dsp:sp modelId="{47FA7BF2-8D05-4381-BDB6-ACCBADC34DC9}">
      <dsp:nvSpPr>
        <dsp:cNvPr id="0" name=""/>
        <dsp:cNvSpPr/>
      </dsp:nvSpPr>
      <dsp:spPr>
        <a:xfrm>
          <a:off x="8663157" y="2478410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8750674" y="2478410"/>
        <a:ext cx="213931" cy="2926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B61DF-91E8-4F52-A651-1444720BC2D9}">
      <dsp:nvSpPr>
        <dsp:cNvPr id="0" name=""/>
        <dsp:cNvSpPr/>
      </dsp:nvSpPr>
      <dsp:spPr>
        <a:xfrm>
          <a:off x="46" y="248993"/>
          <a:ext cx="4487981" cy="6119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 Case 1 — Early Warning for Approaching Drivers</a:t>
          </a:r>
        </a:p>
      </dsp:txBody>
      <dsp:txXfrm>
        <a:off x="46" y="248993"/>
        <a:ext cx="4487981" cy="611999"/>
      </dsp:txXfrm>
    </dsp:sp>
    <dsp:sp modelId="{E716D8D7-39D1-4225-93C5-1F95C4854778}">
      <dsp:nvSpPr>
        <dsp:cNvPr id="0" name=""/>
        <dsp:cNvSpPr/>
      </dsp:nvSpPr>
      <dsp:spPr>
        <a:xfrm>
          <a:off x="46" y="860993"/>
          <a:ext cx="4487981" cy="26132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Goal - Prevent drivers from overshooting or blocking the crosswalk by issuing risk-based early warnings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Trigger - Vehicle approaches a crosswalk and the system detects increasing stopping risk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Alert window -100–200 metres before the crosswalk — enough time to brake smoothly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Core insight- The danger is not the crosswalk itself — it is the combination of speed, road condition, and available stopping distance</a:t>
          </a:r>
        </a:p>
      </dsp:txBody>
      <dsp:txXfrm>
        <a:off x="46" y="860993"/>
        <a:ext cx="4487981" cy="2613240"/>
      </dsp:txXfrm>
    </dsp:sp>
    <dsp:sp modelId="{7A133928-A711-4F20-B20E-D40379C2811F}">
      <dsp:nvSpPr>
        <dsp:cNvPr id="0" name=""/>
        <dsp:cNvSpPr/>
      </dsp:nvSpPr>
      <dsp:spPr>
        <a:xfrm>
          <a:off x="5116346" y="248993"/>
          <a:ext cx="4487981" cy="611999"/>
        </a:xfrm>
        <a:prstGeom prst="rect">
          <a:avLst/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Why 100–200m?</a:t>
          </a:r>
        </a:p>
      </dsp:txBody>
      <dsp:txXfrm>
        <a:off x="5116346" y="248993"/>
        <a:ext cx="4487981" cy="611999"/>
      </dsp:txXfrm>
    </dsp:sp>
    <dsp:sp modelId="{71794929-0341-4700-9613-6B9EC4FA3014}">
      <dsp:nvSpPr>
        <dsp:cNvPr id="0" name=""/>
        <dsp:cNvSpPr/>
      </dsp:nvSpPr>
      <dsp:spPr>
        <a:xfrm>
          <a:off x="5116346" y="860993"/>
          <a:ext cx="4487981" cy="2613240"/>
        </a:xfrm>
        <a:prstGeom prst="rect">
          <a:avLst/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At 50 km/h on dry road → stopping distance ~20m → safe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At 50 km/h on ice → stopping distance ~50m → dangerous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Issuing the alert at 100–200m gives the driver the full distance to respond without panic braking</a:t>
          </a:r>
        </a:p>
      </dsp:txBody>
      <dsp:txXfrm>
        <a:off x="5116346" y="860993"/>
        <a:ext cx="4487981" cy="26132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75049-9A8A-45E8-A0EE-524E811B9471}">
      <dsp:nvSpPr>
        <dsp:cNvPr id="0" name=""/>
        <dsp:cNvSpPr/>
      </dsp:nvSpPr>
      <dsp:spPr>
        <a:xfrm>
          <a:off x="0" y="396"/>
          <a:ext cx="5913437" cy="5454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5EF546-45ED-4F9E-BF29-7E14F1B38D4A}">
      <dsp:nvSpPr>
        <dsp:cNvPr id="0" name=""/>
        <dsp:cNvSpPr/>
      </dsp:nvSpPr>
      <dsp:spPr>
        <a:xfrm>
          <a:off x="164997" y="123121"/>
          <a:ext cx="299995" cy="299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C169E-1E02-45D4-AFE8-56A24DFEE3FB}">
      <dsp:nvSpPr>
        <dsp:cNvPr id="0" name=""/>
        <dsp:cNvSpPr/>
      </dsp:nvSpPr>
      <dsp:spPr>
        <a:xfrm>
          <a:off x="629990" y="396"/>
          <a:ext cx="5283446" cy="545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26" tIns="57726" rIns="57726" bIns="577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Computer vision detects the crosswalk and approaching vehicle.</a:t>
          </a:r>
        </a:p>
      </dsp:txBody>
      <dsp:txXfrm>
        <a:off x="629990" y="396"/>
        <a:ext cx="5283446" cy="545446"/>
      </dsp:txXfrm>
    </dsp:sp>
    <dsp:sp modelId="{0929F472-1EF9-4A6B-B1CE-904C8E49F579}">
      <dsp:nvSpPr>
        <dsp:cNvPr id="0" name=""/>
        <dsp:cNvSpPr/>
      </dsp:nvSpPr>
      <dsp:spPr>
        <a:xfrm>
          <a:off x="0" y="682204"/>
          <a:ext cx="5913437" cy="5454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736EC-30BE-4ECA-A6E8-D0769E23DCBB}">
      <dsp:nvSpPr>
        <dsp:cNvPr id="0" name=""/>
        <dsp:cNvSpPr/>
      </dsp:nvSpPr>
      <dsp:spPr>
        <a:xfrm>
          <a:off x="164997" y="804929"/>
          <a:ext cx="299995" cy="299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FF351-7E7C-4282-803A-ABB94396AF12}">
      <dsp:nvSpPr>
        <dsp:cNvPr id="0" name=""/>
        <dsp:cNvSpPr/>
      </dsp:nvSpPr>
      <dsp:spPr>
        <a:xfrm>
          <a:off x="629990" y="682204"/>
          <a:ext cx="5283446" cy="545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26" tIns="57726" rIns="57726" bIns="577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System estimates vehicle speed and distance to crosswalk</a:t>
          </a:r>
        </a:p>
      </dsp:txBody>
      <dsp:txXfrm>
        <a:off x="629990" y="682204"/>
        <a:ext cx="5283446" cy="545446"/>
      </dsp:txXfrm>
    </dsp:sp>
    <dsp:sp modelId="{7F140EBF-926D-41A1-85EB-3CCCA03F95FF}">
      <dsp:nvSpPr>
        <dsp:cNvPr id="0" name=""/>
        <dsp:cNvSpPr/>
      </dsp:nvSpPr>
      <dsp:spPr>
        <a:xfrm>
          <a:off x="0" y="1364012"/>
          <a:ext cx="5913437" cy="5454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B0142-BBB2-43DE-82DF-7FA7E9EE94FA}">
      <dsp:nvSpPr>
        <dsp:cNvPr id="0" name=""/>
        <dsp:cNvSpPr/>
      </dsp:nvSpPr>
      <dsp:spPr>
        <a:xfrm>
          <a:off x="164997" y="1486738"/>
          <a:ext cx="299995" cy="299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8874D-785C-4D0E-87D5-981EEFEBF6AF}">
      <dsp:nvSpPr>
        <dsp:cNvPr id="0" name=""/>
        <dsp:cNvSpPr/>
      </dsp:nvSpPr>
      <dsp:spPr>
        <a:xfrm>
          <a:off x="629990" y="1364012"/>
          <a:ext cx="5283446" cy="545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26" tIns="57726" rIns="57726" bIns="577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System classifies road condition (DRY / SNOW / ICE)</a:t>
          </a:r>
        </a:p>
      </dsp:txBody>
      <dsp:txXfrm>
        <a:off x="629990" y="1364012"/>
        <a:ext cx="5283446" cy="545446"/>
      </dsp:txXfrm>
    </dsp:sp>
    <dsp:sp modelId="{D1949F94-B770-4148-8B12-5A2ECA3840B9}">
      <dsp:nvSpPr>
        <dsp:cNvPr id="0" name=""/>
        <dsp:cNvSpPr/>
      </dsp:nvSpPr>
      <dsp:spPr>
        <a:xfrm>
          <a:off x="0" y="2045820"/>
          <a:ext cx="5913437" cy="5454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256EB-54B9-4928-8E79-1489B6117746}">
      <dsp:nvSpPr>
        <dsp:cNvPr id="0" name=""/>
        <dsp:cNvSpPr/>
      </dsp:nvSpPr>
      <dsp:spPr>
        <a:xfrm>
          <a:off x="164997" y="2168546"/>
          <a:ext cx="299995" cy="2999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85575-F1B4-40CD-A96D-C5012CF2EFC5}">
      <dsp:nvSpPr>
        <dsp:cNvPr id="0" name=""/>
        <dsp:cNvSpPr/>
      </dsp:nvSpPr>
      <dsp:spPr>
        <a:xfrm>
          <a:off x="629990" y="2045820"/>
          <a:ext cx="5283446" cy="545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26" tIns="57726" rIns="57726" bIns="577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 ML model calculates a risk score using all inputs</a:t>
          </a:r>
        </a:p>
      </dsp:txBody>
      <dsp:txXfrm>
        <a:off x="629990" y="2045820"/>
        <a:ext cx="5283446" cy="545446"/>
      </dsp:txXfrm>
    </dsp:sp>
    <dsp:sp modelId="{CF032D98-81BC-4DCD-BD40-42AC229CC380}">
      <dsp:nvSpPr>
        <dsp:cNvPr id="0" name=""/>
        <dsp:cNvSpPr/>
      </dsp:nvSpPr>
      <dsp:spPr>
        <a:xfrm>
          <a:off x="0" y="2727628"/>
          <a:ext cx="5913437" cy="5454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8164C-1DAE-40B6-A128-3157BEAC4565}">
      <dsp:nvSpPr>
        <dsp:cNvPr id="0" name=""/>
        <dsp:cNvSpPr/>
      </dsp:nvSpPr>
      <dsp:spPr>
        <a:xfrm>
          <a:off x="164997" y="2850354"/>
          <a:ext cx="299995" cy="2999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E9104-EFD1-4652-9E24-C97E8D0AC43D}">
      <dsp:nvSpPr>
        <dsp:cNvPr id="0" name=""/>
        <dsp:cNvSpPr/>
      </dsp:nvSpPr>
      <dsp:spPr>
        <a:xfrm>
          <a:off x="629990" y="2727628"/>
          <a:ext cx="5283446" cy="545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26" tIns="57726" rIns="57726" bIns="577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5. If risk exceeds threshold → early warning issued</a:t>
          </a:r>
        </a:p>
      </dsp:txBody>
      <dsp:txXfrm>
        <a:off x="629990" y="2727628"/>
        <a:ext cx="5283446" cy="545446"/>
      </dsp:txXfrm>
    </dsp:sp>
    <dsp:sp modelId="{2E83B8B3-4B41-49A1-A987-BAAA55E03938}">
      <dsp:nvSpPr>
        <dsp:cNvPr id="0" name=""/>
        <dsp:cNvSpPr/>
      </dsp:nvSpPr>
      <dsp:spPr>
        <a:xfrm>
          <a:off x="0" y="3409437"/>
          <a:ext cx="5913437" cy="5454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BFF9D-CFC5-42A1-8275-CCBDFA795541}">
      <dsp:nvSpPr>
        <dsp:cNvPr id="0" name=""/>
        <dsp:cNvSpPr/>
      </dsp:nvSpPr>
      <dsp:spPr>
        <a:xfrm>
          <a:off x="164997" y="3532162"/>
          <a:ext cx="299995" cy="29999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4F5D4-738A-4ED7-B712-78E8C2DDF40D}">
      <dsp:nvSpPr>
        <dsp:cNvPr id="0" name=""/>
        <dsp:cNvSpPr/>
      </dsp:nvSpPr>
      <dsp:spPr>
        <a:xfrm>
          <a:off x="629990" y="3409437"/>
          <a:ext cx="5283446" cy="545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26" tIns="57726" rIns="57726" bIns="577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6. Driver slows down → alert auto-dismisses</a:t>
          </a:r>
        </a:p>
      </dsp:txBody>
      <dsp:txXfrm>
        <a:off x="629990" y="3409437"/>
        <a:ext cx="5283446" cy="545446"/>
      </dsp:txXfrm>
    </dsp:sp>
    <dsp:sp modelId="{D653BE7B-A30E-4685-B830-254EF4B7DBA9}">
      <dsp:nvSpPr>
        <dsp:cNvPr id="0" name=""/>
        <dsp:cNvSpPr/>
      </dsp:nvSpPr>
      <dsp:spPr>
        <a:xfrm>
          <a:off x="0" y="4091245"/>
          <a:ext cx="5913437" cy="5454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CCC80-D46E-45B3-AFFA-E8181FF5579D}">
      <dsp:nvSpPr>
        <dsp:cNvPr id="0" name=""/>
        <dsp:cNvSpPr/>
      </dsp:nvSpPr>
      <dsp:spPr>
        <a:xfrm>
          <a:off x="164997" y="4213970"/>
          <a:ext cx="299995" cy="29999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284FE-760F-4BB8-A6D8-F698270E8DA5}">
      <dsp:nvSpPr>
        <dsp:cNvPr id="0" name=""/>
        <dsp:cNvSpPr/>
      </dsp:nvSpPr>
      <dsp:spPr>
        <a:xfrm>
          <a:off x="629990" y="4091245"/>
          <a:ext cx="5283446" cy="545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26" tIns="57726" rIns="57726" bIns="5772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7. Vehicle stops safely before crosswalk</a:t>
          </a:r>
        </a:p>
      </dsp:txBody>
      <dsp:txXfrm>
        <a:off x="629990" y="4091245"/>
        <a:ext cx="5283446" cy="5454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FA89AB-22ED-408F-9C7E-873BE574897D}">
      <dsp:nvSpPr>
        <dsp:cNvPr id="0" name=""/>
        <dsp:cNvSpPr/>
      </dsp:nvSpPr>
      <dsp:spPr>
        <a:xfrm>
          <a:off x="0" y="3622"/>
          <a:ext cx="5913437" cy="7716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DD31E7-E072-41D1-9182-7AC6BB6B0A29}">
      <dsp:nvSpPr>
        <dsp:cNvPr id="0" name=""/>
        <dsp:cNvSpPr/>
      </dsp:nvSpPr>
      <dsp:spPr>
        <a:xfrm>
          <a:off x="233421" y="177241"/>
          <a:ext cx="424402" cy="424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890ED-29B1-449A-BA2A-CC1FF5E12604}">
      <dsp:nvSpPr>
        <dsp:cNvPr id="0" name=""/>
        <dsp:cNvSpPr/>
      </dsp:nvSpPr>
      <dsp:spPr>
        <a:xfrm>
          <a:off x="891244" y="3622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Stopping distance = (speed² ÷ 2 × deceleration) × road multiplier</a:t>
          </a:r>
        </a:p>
      </dsp:txBody>
      <dsp:txXfrm>
        <a:off x="891244" y="3622"/>
        <a:ext cx="5022192" cy="771640"/>
      </dsp:txXfrm>
    </dsp:sp>
    <dsp:sp modelId="{956559BB-9E29-4E9B-9865-0D2F0411D210}">
      <dsp:nvSpPr>
        <dsp:cNvPr id="0" name=""/>
        <dsp:cNvSpPr/>
      </dsp:nvSpPr>
      <dsp:spPr>
        <a:xfrm>
          <a:off x="0" y="968173"/>
          <a:ext cx="5913437" cy="7716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18B2F-8319-44B4-8A65-DE0A669C2EE3}">
      <dsp:nvSpPr>
        <dsp:cNvPr id="0" name=""/>
        <dsp:cNvSpPr/>
      </dsp:nvSpPr>
      <dsp:spPr>
        <a:xfrm>
          <a:off x="233421" y="1141792"/>
          <a:ext cx="424402" cy="424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C34A6-B050-4CBF-8167-629CB98770EE}">
      <dsp:nvSpPr>
        <dsp:cNvPr id="0" name=""/>
        <dsp:cNvSpPr/>
      </dsp:nvSpPr>
      <dsp:spPr>
        <a:xfrm>
          <a:off x="891244" y="96817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Reaction distance = speed × 0.8 seconds</a:t>
          </a:r>
        </a:p>
      </dsp:txBody>
      <dsp:txXfrm>
        <a:off x="891244" y="968173"/>
        <a:ext cx="5022192" cy="771640"/>
      </dsp:txXfrm>
    </dsp:sp>
    <dsp:sp modelId="{31524E3E-9936-49AA-B405-FCDCA925F974}">
      <dsp:nvSpPr>
        <dsp:cNvPr id="0" name=""/>
        <dsp:cNvSpPr/>
      </dsp:nvSpPr>
      <dsp:spPr>
        <a:xfrm>
          <a:off x="0" y="1932723"/>
          <a:ext cx="5913437" cy="7716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68ADC5-7994-4257-A319-402F8A40BB40}">
      <dsp:nvSpPr>
        <dsp:cNvPr id="0" name=""/>
        <dsp:cNvSpPr/>
      </dsp:nvSpPr>
      <dsp:spPr>
        <a:xfrm>
          <a:off x="233421" y="2106342"/>
          <a:ext cx="424402" cy="424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034B36-AF4A-4013-A383-C47074420070}">
      <dsp:nvSpPr>
        <dsp:cNvPr id="0" name=""/>
        <dsp:cNvSpPr/>
      </dsp:nvSpPr>
      <dsp:spPr>
        <a:xfrm>
          <a:off x="891244" y="193272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 RISK (1) if total required distance &gt; distance to crosswalk</a:t>
          </a:r>
        </a:p>
      </dsp:txBody>
      <dsp:txXfrm>
        <a:off x="891244" y="1932723"/>
        <a:ext cx="5022192" cy="771640"/>
      </dsp:txXfrm>
    </dsp:sp>
    <dsp:sp modelId="{C3B411D5-E8BC-4DCF-BD61-34BE18B72FED}">
      <dsp:nvSpPr>
        <dsp:cNvPr id="0" name=""/>
        <dsp:cNvSpPr/>
      </dsp:nvSpPr>
      <dsp:spPr>
        <a:xfrm>
          <a:off x="0" y="2897274"/>
          <a:ext cx="5913437" cy="7716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8E7C67-11A9-40B8-967D-F1404C70490E}">
      <dsp:nvSpPr>
        <dsp:cNvPr id="0" name=""/>
        <dsp:cNvSpPr/>
      </dsp:nvSpPr>
      <dsp:spPr>
        <a:xfrm>
          <a:off x="233421" y="3070893"/>
          <a:ext cx="424402" cy="424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63328-1263-41DC-B50D-F13D54DAB6E5}">
      <dsp:nvSpPr>
        <dsp:cNvPr id="0" name=""/>
        <dsp:cNvSpPr/>
      </dsp:nvSpPr>
      <dsp:spPr>
        <a:xfrm>
          <a:off x="891244" y="289727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Road multipliers: DRY = 1.0, SNOW = 1.6, ICE = 2.5</a:t>
          </a:r>
        </a:p>
      </dsp:txBody>
      <dsp:txXfrm>
        <a:off x="891244" y="2897274"/>
        <a:ext cx="5022192" cy="771640"/>
      </dsp:txXfrm>
    </dsp:sp>
    <dsp:sp modelId="{8FE1311E-5A1F-44CB-BC5D-D252AEC63A5A}">
      <dsp:nvSpPr>
        <dsp:cNvPr id="0" name=""/>
        <dsp:cNvSpPr/>
      </dsp:nvSpPr>
      <dsp:spPr>
        <a:xfrm>
          <a:off x="0" y="3861824"/>
          <a:ext cx="5913437" cy="77164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9548C-1603-4CAB-B0FE-EED9A3579AEA}">
      <dsp:nvSpPr>
        <dsp:cNvPr id="0" name=""/>
        <dsp:cNvSpPr/>
      </dsp:nvSpPr>
      <dsp:spPr>
        <a:xfrm>
          <a:off x="233421" y="4035443"/>
          <a:ext cx="424402" cy="424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3B8CE-F5BD-4074-8048-9BD2D57A0E2C}">
      <dsp:nvSpPr>
        <dsp:cNvPr id="0" name=""/>
        <dsp:cNvSpPr/>
      </dsp:nvSpPr>
      <dsp:spPr>
        <a:xfrm>
          <a:off x="891244" y="386182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Final label distribution: LOW RISK 79.6%, HIGH RISK 20.4% — within target training range</a:t>
          </a:r>
        </a:p>
      </dsp:txBody>
      <dsp:txXfrm>
        <a:off x="891244" y="3861824"/>
        <a:ext cx="5022192" cy="7716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2BEE7-38B9-4210-8455-FCBA7FBB0335}">
      <dsp:nvSpPr>
        <dsp:cNvPr id="0" name=""/>
        <dsp:cNvSpPr/>
      </dsp:nvSpPr>
      <dsp:spPr>
        <a:xfrm>
          <a:off x="0" y="364418"/>
          <a:ext cx="5913437" cy="2126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948" tIns="312420" rIns="45894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baseline="0"/>
            <a:t>98% recall on HIGH RISK — only 2% of real dangers go unwarned vs 8% for LR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baseline="0"/>
            <a:t>Captures non-linear interactions between speed, distance, and road condition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baseline="0"/>
            <a:t>4.5× fewer false negatives — the metric that matters most in a safety system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baseline="0"/>
            <a:t>AUC-ROC of 0.9998 — near-perfect discrimination at all thresholds.</a:t>
          </a:r>
          <a:endParaRPr lang="en-US" sz="1500" kern="1200"/>
        </a:p>
      </dsp:txBody>
      <dsp:txXfrm>
        <a:off x="0" y="364418"/>
        <a:ext cx="5913437" cy="2126250"/>
      </dsp:txXfrm>
    </dsp:sp>
    <dsp:sp modelId="{7C1EB1AC-5FCB-441E-B08F-4D78EB794B28}">
      <dsp:nvSpPr>
        <dsp:cNvPr id="0" name=""/>
        <dsp:cNvSpPr/>
      </dsp:nvSpPr>
      <dsp:spPr>
        <a:xfrm>
          <a:off x="295671" y="143018"/>
          <a:ext cx="4139405" cy="4428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Why Random Forest over Logistic Regression?</a:t>
          </a:r>
        </a:p>
      </dsp:txBody>
      <dsp:txXfrm>
        <a:off x="317287" y="164634"/>
        <a:ext cx="4096173" cy="399568"/>
      </dsp:txXfrm>
    </dsp:sp>
    <dsp:sp modelId="{25E41C16-EC47-4635-B058-193A369C075B}">
      <dsp:nvSpPr>
        <dsp:cNvPr id="0" name=""/>
        <dsp:cNvSpPr/>
      </dsp:nvSpPr>
      <dsp:spPr>
        <a:xfrm>
          <a:off x="0" y="2793069"/>
          <a:ext cx="5913437" cy="170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948" tIns="312420" rIns="45894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baseline="0"/>
            <a:t>Dataset is tabular — tree-based models are proven optimal for structured data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baseline="0"/>
            <a:t>Random Forest is interpretable — feature importance is explainable to stakeholders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baseline="0"/>
            <a:t>No need for the computational cost of neural networks at this scale</a:t>
          </a:r>
          <a:endParaRPr lang="en-US" sz="1500" kern="1200"/>
        </a:p>
      </dsp:txBody>
      <dsp:txXfrm>
        <a:off x="0" y="2793069"/>
        <a:ext cx="5913437" cy="1701000"/>
      </dsp:txXfrm>
    </dsp:sp>
    <dsp:sp modelId="{F3E2A8E9-F0D3-484C-BEB2-A1A1AA49FDF5}">
      <dsp:nvSpPr>
        <dsp:cNvPr id="0" name=""/>
        <dsp:cNvSpPr/>
      </dsp:nvSpPr>
      <dsp:spPr>
        <a:xfrm>
          <a:off x="295671" y="2571669"/>
          <a:ext cx="4139405" cy="4428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Why not deep learning?</a:t>
          </a:r>
        </a:p>
      </dsp:txBody>
      <dsp:txXfrm>
        <a:off x="317287" y="2593285"/>
        <a:ext cx="4096173" cy="3995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3B639-3B31-443C-908D-E8872F8E14F6}">
      <dsp:nvSpPr>
        <dsp:cNvPr id="0" name=""/>
        <dsp:cNvSpPr/>
      </dsp:nvSpPr>
      <dsp:spPr>
        <a:xfrm>
          <a:off x="0" y="1924"/>
          <a:ext cx="5913437" cy="9754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32F13E-C662-4328-B203-3CD6D16AF156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9926F-22D0-4AA3-AD81-CA287322C966}">
      <dsp:nvSpPr>
        <dsp:cNvPr id="0" name=""/>
        <dsp:cNvSpPr/>
      </dsp:nvSpPr>
      <dsp:spPr>
        <a:xfrm>
          <a:off x="1126608" y="192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DRY: 10.3% HIGH RISK</a:t>
          </a:r>
        </a:p>
      </dsp:txBody>
      <dsp:txXfrm>
        <a:off x="1126608" y="1924"/>
        <a:ext cx="4786828" cy="975418"/>
      </dsp:txXfrm>
    </dsp:sp>
    <dsp:sp modelId="{861DABFB-3C56-4216-ABAA-F13FDEE5B54C}">
      <dsp:nvSpPr>
        <dsp:cNvPr id="0" name=""/>
        <dsp:cNvSpPr/>
      </dsp:nvSpPr>
      <dsp:spPr>
        <a:xfrm>
          <a:off x="0" y="1221197"/>
          <a:ext cx="5913437" cy="9754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BD9B2-3785-43A7-8657-EC5525017B77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59C0C-E59F-495B-861F-8782CC3EB919}">
      <dsp:nvSpPr>
        <dsp:cNvPr id="0" name=""/>
        <dsp:cNvSpPr/>
      </dsp:nvSpPr>
      <dsp:spPr>
        <a:xfrm>
          <a:off x="1126608" y="1221197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SNOW: 40.2% HIGH RISK</a:t>
          </a:r>
        </a:p>
      </dsp:txBody>
      <dsp:txXfrm>
        <a:off x="1126608" y="1221197"/>
        <a:ext cx="4786828" cy="975418"/>
      </dsp:txXfrm>
    </dsp:sp>
    <dsp:sp modelId="{79F67BF3-D0DC-4E57-B7EF-858EEE042174}">
      <dsp:nvSpPr>
        <dsp:cNvPr id="0" name=""/>
        <dsp:cNvSpPr/>
      </dsp:nvSpPr>
      <dsp:spPr>
        <a:xfrm>
          <a:off x="0" y="2440471"/>
          <a:ext cx="5913437" cy="9754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122FB-798B-4153-B175-6ADB9DE4ECD8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C632B-6DF8-42B4-87F9-E69578345402}">
      <dsp:nvSpPr>
        <dsp:cNvPr id="0" name=""/>
        <dsp:cNvSpPr/>
      </dsp:nvSpPr>
      <dsp:spPr>
        <a:xfrm>
          <a:off x="1126608" y="2440471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ICE: 83.7% HIGH RISK</a:t>
          </a:r>
        </a:p>
      </dsp:txBody>
      <dsp:txXfrm>
        <a:off x="1126608" y="2440471"/>
        <a:ext cx="4786828" cy="975418"/>
      </dsp:txXfrm>
    </dsp:sp>
    <dsp:sp modelId="{A8D5B4BE-764B-4456-8D09-1ACB24F3AC0B}">
      <dsp:nvSpPr>
        <dsp:cNvPr id="0" name=""/>
        <dsp:cNvSpPr/>
      </dsp:nvSpPr>
      <dsp:spPr>
        <a:xfrm>
          <a:off x="0" y="3659744"/>
          <a:ext cx="5913437" cy="9754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39905-7012-4851-BE3B-E3A3C9879AAD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00EAD-426F-4C19-BD8E-0B74BD36E000}">
      <dsp:nvSpPr>
        <dsp:cNvPr id="0" name=""/>
        <dsp:cNvSpPr/>
      </dsp:nvSpPr>
      <dsp:spPr>
        <a:xfrm>
          <a:off x="1126608" y="3659744"/>
          <a:ext cx="4786828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model learned the physics — speed and distance determine stopping risk, road condition amplifies it</a:t>
          </a:r>
        </a:p>
      </dsp:txBody>
      <dsp:txXfrm>
        <a:off x="1126608" y="3659744"/>
        <a:ext cx="4786828" cy="97541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013BF6-042D-474D-98F5-9C1A4A61CB53}">
      <dsp:nvSpPr>
        <dsp:cNvPr id="0" name=""/>
        <dsp:cNvSpPr/>
      </dsp:nvSpPr>
      <dsp:spPr>
        <a:xfrm>
          <a:off x="8577817" y="1345208"/>
          <a:ext cx="91440" cy="4652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522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3F99B6-B830-4518-8952-3DC455058BAA}">
      <dsp:nvSpPr>
        <dsp:cNvPr id="0" name=""/>
        <dsp:cNvSpPr/>
      </dsp:nvSpPr>
      <dsp:spPr>
        <a:xfrm>
          <a:off x="3735764" y="1345208"/>
          <a:ext cx="2932664" cy="465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038"/>
              </a:lnTo>
              <a:lnTo>
                <a:pt x="2932664" y="317038"/>
              </a:lnTo>
              <a:lnTo>
                <a:pt x="2932664" y="46522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B224F7-6D3E-480A-A4F8-ABC689C7A512}">
      <dsp:nvSpPr>
        <dsp:cNvPr id="0" name=""/>
        <dsp:cNvSpPr/>
      </dsp:nvSpPr>
      <dsp:spPr>
        <a:xfrm>
          <a:off x="3735764" y="1345208"/>
          <a:ext cx="977554" cy="465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038"/>
              </a:lnTo>
              <a:lnTo>
                <a:pt x="977554" y="317038"/>
              </a:lnTo>
              <a:lnTo>
                <a:pt x="977554" y="46522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9384E4-E009-46D8-91DE-0CB63660B434}">
      <dsp:nvSpPr>
        <dsp:cNvPr id="0" name=""/>
        <dsp:cNvSpPr/>
      </dsp:nvSpPr>
      <dsp:spPr>
        <a:xfrm>
          <a:off x="2758209" y="1345208"/>
          <a:ext cx="977554" cy="465227"/>
        </a:xfrm>
        <a:custGeom>
          <a:avLst/>
          <a:gdLst/>
          <a:ahLst/>
          <a:cxnLst/>
          <a:rect l="0" t="0" r="0" b="0"/>
          <a:pathLst>
            <a:path>
              <a:moveTo>
                <a:pt x="977554" y="0"/>
              </a:moveTo>
              <a:lnTo>
                <a:pt x="977554" y="317038"/>
              </a:lnTo>
              <a:lnTo>
                <a:pt x="0" y="317038"/>
              </a:lnTo>
              <a:lnTo>
                <a:pt x="0" y="46522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A3331E-23F6-4A11-B988-AAE6AEA307BB}">
      <dsp:nvSpPr>
        <dsp:cNvPr id="0" name=""/>
        <dsp:cNvSpPr/>
      </dsp:nvSpPr>
      <dsp:spPr>
        <a:xfrm>
          <a:off x="803100" y="1345208"/>
          <a:ext cx="2932664" cy="465227"/>
        </a:xfrm>
        <a:custGeom>
          <a:avLst/>
          <a:gdLst/>
          <a:ahLst/>
          <a:cxnLst/>
          <a:rect l="0" t="0" r="0" b="0"/>
          <a:pathLst>
            <a:path>
              <a:moveTo>
                <a:pt x="2932664" y="0"/>
              </a:moveTo>
              <a:lnTo>
                <a:pt x="2932664" y="317038"/>
              </a:lnTo>
              <a:lnTo>
                <a:pt x="0" y="317038"/>
              </a:lnTo>
              <a:lnTo>
                <a:pt x="0" y="46522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768E75-F033-4DF9-BE76-56A435A8EF0F}">
      <dsp:nvSpPr>
        <dsp:cNvPr id="0" name=""/>
        <dsp:cNvSpPr/>
      </dsp:nvSpPr>
      <dsp:spPr>
        <a:xfrm>
          <a:off x="2935946" y="329440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795B089-F62C-40F4-BA3B-90B05C274161}">
      <dsp:nvSpPr>
        <dsp:cNvPr id="0" name=""/>
        <dsp:cNvSpPr/>
      </dsp:nvSpPr>
      <dsp:spPr>
        <a:xfrm>
          <a:off x="3113683" y="498290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Scenario 3 (Mark)</a:t>
          </a:r>
        </a:p>
      </dsp:txBody>
      <dsp:txXfrm>
        <a:off x="3143434" y="528041"/>
        <a:ext cx="1540132" cy="956266"/>
      </dsp:txXfrm>
    </dsp:sp>
    <dsp:sp modelId="{BEE2042F-4052-4132-9576-AF7101D17B86}">
      <dsp:nvSpPr>
        <dsp:cNvPr id="0" name=""/>
        <dsp:cNvSpPr/>
      </dsp:nvSpPr>
      <dsp:spPr>
        <a:xfrm>
          <a:off x="3282" y="1810435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4C2679-712E-4059-8A45-85D38551DA55}">
      <dsp:nvSpPr>
        <dsp:cNvPr id="0" name=""/>
        <dsp:cNvSpPr/>
      </dsp:nvSpPr>
      <dsp:spPr>
        <a:xfrm>
          <a:off x="181019" y="1979285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/>
            <a:t>Drives at only 40 km/h — a cautious, modest speed.</a:t>
          </a:r>
          <a:endParaRPr lang="en-US" sz="1200" kern="1200"/>
        </a:p>
      </dsp:txBody>
      <dsp:txXfrm>
        <a:off x="210770" y="2009036"/>
        <a:ext cx="1540132" cy="956266"/>
      </dsp:txXfrm>
    </dsp:sp>
    <dsp:sp modelId="{F69C6067-D9F9-47F5-A208-508B97E77F49}">
      <dsp:nvSpPr>
        <dsp:cNvPr id="0" name=""/>
        <dsp:cNvSpPr/>
      </dsp:nvSpPr>
      <dsp:spPr>
        <a:xfrm>
          <a:off x="1958392" y="1810435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02610D-730D-46A8-B087-0AA76D8EE062}">
      <dsp:nvSpPr>
        <dsp:cNvPr id="0" name=""/>
        <dsp:cNvSpPr/>
      </dsp:nvSpPr>
      <dsp:spPr>
        <a:xfrm>
          <a:off x="2136129" y="1979285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/>
            <a:t>On ice, his vehicle needs 70.6m to stop but has only 55m available.</a:t>
          </a:r>
          <a:endParaRPr lang="en-US" sz="1200" kern="1200"/>
        </a:p>
      </dsp:txBody>
      <dsp:txXfrm>
        <a:off x="2165880" y="2009036"/>
        <a:ext cx="1540132" cy="956266"/>
      </dsp:txXfrm>
    </dsp:sp>
    <dsp:sp modelId="{41DAB22D-B9B5-42FF-B0CE-99977DE92E62}">
      <dsp:nvSpPr>
        <dsp:cNvPr id="0" name=""/>
        <dsp:cNvSpPr/>
      </dsp:nvSpPr>
      <dsp:spPr>
        <a:xfrm>
          <a:off x="3913501" y="1810435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DC7843-7D31-4B1A-AF56-FF5C299E0CEF}">
      <dsp:nvSpPr>
        <dsp:cNvPr id="0" name=""/>
        <dsp:cNvSpPr/>
      </dsp:nvSpPr>
      <dsp:spPr>
        <a:xfrm>
          <a:off x="4091238" y="1979285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/>
            <a:t>Without GuideKaro, there is no warning.</a:t>
          </a:r>
          <a:endParaRPr lang="en-US" sz="1200" kern="1200"/>
        </a:p>
      </dsp:txBody>
      <dsp:txXfrm>
        <a:off x="4120989" y="2009036"/>
        <a:ext cx="1540132" cy="956266"/>
      </dsp:txXfrm>
    </dsp:sp>
    <dsp:sp modelId="{245D351C-A783-4591-B8FA-D5AE464A5F93}">
      <dsp:nvSpPr>
        <dsp:cNvPr id="0" name=""/>
        <dsp:cNvSpPr/>
      </dsp:nvSpPr>
      <dsp:spPr>
        <a:xfrm>
          <a:off x="5868610" y="1810435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21B649-4420-4C31-8CAE-DF560E16B3DF}">
      <dsp:nvSpPr>
        <dsp:cNvPr id="0" name=""/>
        <dsp:cNvSpPr/>
      </dsp:nvSpPr>
      <dsp:spPr>
        <a:xfrm>
          <a:off x="6046347" y="1979285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/>
            <a:t>With GuideKaro, an immediate alert is issued while intervention is still possible.</a:t>
          </a:r>
          <a:endParaRPr lang="en-US" sz="1200" kern="1200"/>
        </a:p>
      </dsp:txBody>
      <dsp:txXfrm>
        <a:off x="6076098" y="2009036"/>
        <a:ext cx="1540132" cy="956266"/>
      </dsp:txXfrm>
    </dsp:sp>
    <dsp:sp modelId="{CFB004E7-2858-46D7-974C-7CC9A2AEF593}">
      <dsp:nvSpPr>
        <dsp:cNvPr id="0" name=""/>
        <dsp:cNvSpPr/>
      </dsp:nvSpPr>
      <dsp:spPr>
        <a:xfrm>
          <a:off x="7823720" y="329440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E2A09F-A04C-401D-968C-7D6855F11038}">
      <dsp:nvSpPr>
        <dsp:cNvPr id="0" name=""/>
        <dsp:cNvSpPr/>
      </dsp:nvSpPr>
      <dsp:spPr>
        <a:xfrm>
          <a:off x="8001457" y="498290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Snowy road alone does not trigger an alert</a:t>
          </a:r>
        </a:p>
      </dsp:txBody>
      <dsp:txXfrm>
        <a:off x="8031208" y="528041"/>
        <a:ext cx="1540132" cy="956266"/>
      </dsp:txXfrm>
    </dsp:sp>
    <dsp:sp modelId="{93973251-2F2A-4005-8364-AD86F20932F4}">
      <dsp:nvSpPr>
        <dsp:cNvPr id="0" name=""/>
        <dsp:cNvSpPr/>
      </dsp:nvSpPr>
      <dsp:spPr>
        <a:xfrm>
          <a:off x="7823720" y="1810435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D66A0B-0E6E-49BC-A7E1-ABF712139149}">
      <dsp:nvSpPr>
        <dsp:cNvPr id="0" name=""/>
        <dsp:cNvSpPr/>
      </dsp:nvSpPr>
      <dsp:spPr>
        <a:xfrm>
          <a:off x="8001457" y="1979285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/>
            <a:t>What matters is the combination of speed, distance, and surface condition together.</a:t>
          </a:r>
          <a:endParaRPr lang="en-US" sz="1200" kern="1200"/>
        </a:p>
      </dsp:txBody>
      <dsp:txXfrm>
        <a:off x="8031208" y="2009036"/>
        <a:ext cx="1540132" cy="9562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534D52-B38C-4AFD-A1A0-790E552336D9}">
      <dsp:nvSpPr>
        <dsp:cNvPr id="0" name=""/>
        <dsp:cNvSpPr/>
      </dsp:nvSpPr>
      <dsp:spPr>
        <a:xfrm>
          <a:off x="0" y="423143"/>
          <a:ext cx="5913437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948" tIns="333248" rIns="45894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Free tier — academic and pilot use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Licensed tier — deployed to municipalities at key intersections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Premium tier — full city integration with real-time enforcement support</a:t>
          </a:r>
        </a:p>
      </dsp:txBody>
      <dsp:txXfrm>
        <a:off x="0" y="423143"/>
        <a:ext cx="5913437" cy="1587600"/>
      </dsp:txXfrm>
    </dsp:sp>
    <dsp:sp modelId="{64C98C64-AD65-4E26-AD65-AD117939ED62}">
      <dsp:nvSpPr>
        <dsp:cNvPr id="0" name=""/>
        <dsp:cNvSpPr/>
      </dsp:nvSpPr>
      <dsp:spPr>
        <a:xfrm>
          <a:off x="295671" y="186983"/>
          <a:ext cx="4139405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Deployment Model</a:t>
          </a:r>
        </a:p>
      </dsp:txBody>
      <dsp:txXfrm>
        <a:off x="318728" y="210040"/>
        <a:ext cx="4093291" cy="426206"/>
      </dsp:txXfrm>
    </dsp:sp>
    <dsp:sp modelId="{87C1E7BF-CA9F-43A1-9EED-0F27F779907E}">
      <dsp:nvSpPr>
        <dsp:cNvPr id="0" name=""/>
        <dsp:cNvSpPr/>
      </dsp:nvSpPr>
      <dsp:spPr>
        <a:xfrm>
          <a:off x="0" y="2333303"/>
          <a:ext cx="5913437" cy="211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948" tIns="333248" rIns="45894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Real camera integration replacing video simulation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Live sensor data ingestion (replacing engineered features)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UC-2 and UC-3 full implementation in Sprint 2 and Sprint 3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Mobile companion app for drivers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Integration with existing city traffic management systems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Expansion beyond KWC to other Canadian winter cities</a:t>
          </a:r>
        </a:p>
      </dsp:txBody>
      <dsp:txXfrm>
        <a:off x="0" y="2333303"/>
        <a:ext cx="5913437" cy="2116800"/>
      </dsp:txXfrm>
    </dsp:sp>
    <dsp:sp modelId="{93E66FF9-4349-40A9-8CBB-58AB838C94F0}">
      <dsp:nvSpPr>
        <dsp:cNvPr id="0" name=""/>
        <dsp:cNvSpPr/>
      </dsp:nvSpPr>
      <dsp:spPr>
        <a:xfrm>
          <a:off x="295671" y="2097143"/>
          <a:ext cx="4139405" cy="47232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Future Technical Roadmap</a:t>
          </a:r>
        </a:p>
      </dsp:txBody>
      <dsp:txXfrm>
        <a:off x="318728" y="2120200"/>
        <a:ext cx="4093291" cy="4262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1AB63-2CEF-4595-84C7-F800A2F16637}">
      <dsp:nvSpPr>
        <dsp:cNvPr id="0" name=""/>
        <dsp:cNvSpPr/>
      </dsp:nvSpPr>
      <dsp:spPr>
        <a:xfrm>
          <a:off x="3001" y="274056"/>
          <a:ext cx="2925997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GuideKaro — What We Built</a:t>
          </a:r>
        </a:p>
      </dsp:txBody>
      <dsp:txXfrm>
        <a:off x="3001" y="274056"/>
        <a:ext cx="2925997" cy="432000"/>
      </dsp:txXfrm>
    </dsp:sp>
    <dsp:sp modelId="{FEBD44DF-30EC-427C-B2F6-073003B488E1}">
      <dsp:nvSpPr>
        <dsp:cNvPr id="0" name=""/>
        <dsp:cNvSpPr/>
      </dsp:nvSpPr>
      <dsp:spPr>
        <a:xfrm>
          <a:off x="3001" y="706056"/>
          <a:ext cx="2925997" cy="2470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An AI-based crosswalk safety system targeting winter road conditions in the Kitchener Waterloo–Cambridge region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Three use cases: early warning prevention (UC-1), crosswalk violation correction (UC-2), and city analytics (UC-3)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ML model trained on 2,003,315 real traffic records — 98% recall on HIGH RISK class</a:t>
          </a:r>
        </a:p>
      </dsp:txBody>
      <dsp:txXfrm>
        <a:off x="3001" y="706056"/>
        <a:ext cx="2925997" cy="2470500"/>
      </dsp:txXfrm>
    </dsp:sp>
    <dsp:sp modelId="{7906807E-3D51-485B-9CA3-DD378EFCDD52}">
      <dsp:nvSpPr>
        <dsp:cNvPr id="0" name=""/>
        <dsp:cNvSpPr/>
      </dsp:nvSpPr>
      <dsp:spPr>
        <a:xfrm>
          <a:off x="3338638" y="274056"/>
          <a:ext cx="2925997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What the Implementation Proves</a:t>
          </a:r>
        </a:p>
      </dsp:txBody>
      <dsp:txXfrm>
        <a:off x="3338638" y="274056"/>
        <a:ext cx="2925997" cy="432000"/>
      </dsp:txXfrm>
    </dsp:sp>
    <dsp:sp modelId="{EAED0B52-8BAE-4E26-9248-654C3E9469EC}">
      <dsp:nvSpPr>
        <dsp:cNvPr id="0" name=""/>
        <dsp:cNvSpPr/>
      </dsp:nvSpPr>
      <dsp:spPr>
        <a:xfrm>
          <a:off x="3338638" y="706056"/>
          <a:ext cx="2925997" cy="2470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Speed and distance together determine stopping risk — road condition amplifies it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 vehicle at 40 km/h on ice can be more dangerous than one at 60 km/h on dry road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The model correctly alerts on genuine danger and stays silent on safe approaches</a:t>
          </a:r>
        </a:p>
      </dsp:txBody>
      <dsp:txXfrm>
        <a:off x="3338638" y="706056"/>
        <a:ext cx="2925997" cy="2470500"/>
      </dsp:txXfrm>
    </dsp:sp>
    <dsp:sp modelId="{59A7157F-FC5D-471D-B8EA-AF271D21688E}">
      <dsp:nvSpPr>
        <dsp:cNvPr id="0" name=""/>
        <dsp:cNvSpPr/>
      </dsp:nvSpPr>
      <dsp:spPr>
        <a:xfrm>
          <a:off x="6674276" y="274056"/>
          <a:ext cx="2925997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Agile Approach</a:t>
          </a:r>
        </a:p>
      </dsp:txBody>
      <dsp:txXfrm>
        <a:off x="6674276" y="274056"/>
        <a:ext cx="2925997" cy="432000"/>
      </dsp:txXfrm>
    </dsp:sp>
    <dsp:sp modelId="{926B288E-83D3-486B-B78C-C68DD738A8B2}">
      <dsp:nvSpPr>
        <dsp:cNvPr id="0" name=""/>
        <dsp:cNvSpPr/>
      </dsp:nvSpPr>
      <dsp:spPr>
        <a:xfrm>
          <a:off x="6674276" y="706056"/>
          <a:ext cx="2925997" cy="2470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User personas anchored every design decision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Story mapping made dependencies visible and prevented scope creep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MVP focused on the most urgent user problem — early warning for drivers in winter Conditions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Sprints delivered working simulation incrementally</a:t>
          </a:r>
        </a:p>
      </dsp:txBody>
      <dsp:txXfrm>
        <a:off x="6674276" y="706056"/>
        <a:ext cx="2925997" cy="2470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64122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9403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49656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8986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2403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1249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5335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3190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8962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64157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5171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F1B1C-4262-4FCF-B072-E77E4E2BF6AE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BBEBDC9-487A-4F5B-B679-C701961B661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8253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3522FE7-5A29-4EF6-B1EF-2CA55748A7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2192E09-EBC7-416C-B887-DFF915D7F4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2924498D-E084-44BE-A196-CFCE355643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14C12901-9FCC-461E-A64A-89B4791235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xmlns="" id="{0216D9FD-860F-4F5C-8D9B-CE7002071D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7FAFE7-8471-CE78-61D7-C0FD63EDC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2651" y="977028"/>
            <a:ext cx="3333410" cy="52375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GuideKaroIntelligent Crosswalk Monitoring and Driver Alert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D074069-7026-466C-B495-20FB9578CF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3993" y="0"/>
            <a:ext cx="7538007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1685D80-4D5A-471F-9215-651424F475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3787" y="0"/>
            <a:ext cx="16459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4C35581-4EBB-A319-9F80-1C2B29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1954" y="977029"/>
            <a:ext cx="5428789" cy="52375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Kevinkumar Patel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Param Rasaniya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Viraj Mistry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Prajesh Bhatt</a:t>
            </a:r>
          </a:p>
        </p:txBody>
      </p:sp>
    </p:spTree>
    <p:extLst>
      <p:ext uri="{BB962C8B-B14F-4D97-AF65-F5344CB8AC3E}">
        <p14:creationId xmlns:p14="http://schemas.microsoft.com/office/powerpoint/2010/main" xmlns="" val="146906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C63069-33EA-16F0-1E17-F603FC45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571E27-C22B-C900-FF10-AA8165DFD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Canadian winter conditions, snow and ice significantly increase vehicle braking distance and reduce traction.</a:t>
            </a:r>
          </a:p>
          <a:p>
            <a:r>
              <a:rPr lang="en-US" dirty="0"/>
              <a:t>Drivers approaching marked pedestrian crosswalks frequently overshoot stop lines or block the crosswalk entirely.</a:t>
            </a:r>
          </a:p>
          <a:p>
            <a:r>
              <a:rPr lang="en-US" dirty="0"/>
              <a:t>Existing measures — painted stop lines, static signage — rely entirely on driver judgment, which is compromised in adverse weather.</a:t>
            </a:r>
          </a:p>
          <a:p>
            <a:r>
              <a:rPr lang="en-US" dirty="0"/>
              <a:t>No current system provides real-time, predictive intelligence that adapts to road conditions.</a:t>
            </a:r>
          </a:p>
          <a:p>
            <a:r>
              <a:rPr lang="en-US" dirty="0"/>
              <a:t>The result</a:t>
            </a:r>
          </a:p>
          <a:p>
            <a:pPr lvl="1"/>
            <a:r>
              <a:rPr lang="en-US" dirty="0"/>
              <a:t>High-risk pedestrian interactions</a:t>
            </a:r>
          </a:p>
          <a:p>
            <a:pPr lvl="1"/>
            <a:r>
              <a:rPr lang="en-US" dirty="0"/>
              <a:t>Reduced pedestrian confidence</a:t>
            </a:r>
          </a:p>
          <a:p>
            <a:pPr lvl="1"/>
            <a:r>
              <a:rPr lang="en-US" dirty="0"/>
              <a:t>Increased near-miss incidents</a:t>
            </a:r>
          </a:p>
          <a:p>
            <a:r>
              <a:rPr lang="en-US" dirty="0"/>
              <a:t>The gap is not detection — it is timing.</a:t>
            </a:r>
          </a:p>
        </p:txBody>
      </p:sp>
    </p:spTree>
    <p:extLst>
      <p:ext uri="{BB962C8B-B14F-4D97-AF65-F5344CB8AC3E}">
        <p14:creationId xmlns:p14="http://schemas.microsoft.com/office/powerpoint/2010/main" xmlns="" val="248758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69DB4D-D717-306A-8488-49E2935AA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 Research Foundation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B1F4BEAA-0BBA-FFA8-5A16-BA9A886FA4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07607752"/>
              </p:ext>
            </p:extLst>
          </p:nvPr>
        </p:nvGraphicFramePr>
        <p:xfrm>
          <a:off x="1450975" y="2480779"/>
          <a:ext cx="9604376" cy="3043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864">
                  <a:extLst>
                    <a:ext uri="{9D8B030D-6E8A-4147-A177-3AD203B41FA5}">
                      <a16:colId xmlns:a16="http://schemas.microsoft.com/office/drawing/2014/main" xmlns="" val="1570672556"/>
                    </a:ext>
                  </a:extLst>
                </a:gridCol>
                <a:gridCol w="1860409">
                  <a:extLst>
                    <a:ext uri="{9D8B030D-6E8A-4147-A177-3AD203B41FA5}">
                      <a16:colId xmlns:a16="http://schemas.microsoft.com/office/drawing/2014/main" xmlns="" val="1171246468"/>
                    </a:ext>
                  </a:extLst>
                </a:gridCol>
                <a:gridCol w="1813050">
                  <a:extLst>
                    <a:ext uri="{9D8B030D-6E8A-4147-A177-3AD203B41FA5}">
                      <a16:colId xmlns:a16="http://schemas.microsoft.com/office/drawing/2014/main" xmlns="" val="1969983977"/>
                    </a:ext>
                  </a:extLst>
                </a:gridCol>
                <a:gridCol w="1860409">
                  <a:extLst>
                    <a:ext uri="{9D8B030D-6E8A-4147-A177-3AD203B41FA5}">
                      <a16:colId xmlns:a16="http://schemas.microsoft.com/office/drawing/2014/main" xmlns="" val="3468581251"/>
                    </a:ext>
                  </a:extLst>
                </a:gridCol>
                <a:gridCol w="1848978">
                  <a:extLst>
                    <a:ext uri="{9D8B030D-6E8A-4147-A177-3AD203B41FA5}">
                      <a16:colId xmlns:a16="http://schemas.microsoft.com/office/drawing/2014/main" xmlns="" val="3715566964"/>
                    </a:ext>
                  </a:extLst>
                </a:gridCol>
                <a:gridCol w="1750666">
                  <a:extLst>
                    <a:ext uri="{9D8B030D-6E8A-4147-A177-3AD203B41FA5}">
                      <a16:colId xmlns:a16="http://schemas.microsoft.com/office/drawing/2014/main" xmlns="" val="4050410131"/>
                    </a:ext>
                  </a:extLst>
                </a:gridCol>
              </a:tblGrid>
              <a:tr h="21987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#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Project / Paper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Their Problem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Their Approach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Their Solution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Dataset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9" marR="9799" marT="9799" marB="0" anchor="ctr"/>
                </a:tc>
                <a:extLst>
                  <a:ext uri="{0D108BD9-81ED-4DB2-BD59-A6C34878D82A}">
                    <a16:rowId xmlns:a16="http://schemas.microsoft.com/office/drawing/2014/main" xmlns="" val="1846994645"/>
                  </a:ext>
                </a:extLst>
              </a:tr>
              <a:tr h="564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Pedestrian Detection for Driver Assistance (IEEE, 2024)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Detecting pedestrians near vehicles in real time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Vision-based detection using cameras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Real-time pedestrian and vehicle tracking system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IEEE Xplore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9" marR="9799" marT="9799" marB="0" anchor="ctr"/>
                </a:tc>
                <a:extLst>
                  <a:ext uri="{0D108BD9-81ED-4DB2-BD59-A6C34878D82A}">
                    <a16:rowId xmlns:a16="http://schemas.microsoft.com/office/drawing/2014/main" xmlns="" val="3849141951"/>
                  </a:ext>
                </a:extLst>
              </a:tr>
              <a:tr h="564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Winter Weather &amp; Road Surface Conditions (Kwon et al., 2013)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Quantifying how winter weather affects traffic behaviour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Statistical analysis of traffic records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Showed braking distance increases significantly on snow/ice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Transportation Research Record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9" marR="9799" marT="9799" marB="0" anchor="ctr"/>
                </a:tc>
                <a:extLst>
                  <a:ext uri="{0D108BD9-81ED-4DB2-BD59-A6C34878D82A}">
                    <a16:rowId xmlns:a16="http://schemas.microsoft.com/office/drawing/2014/main" xmlns="" val="2998106914"/>
                  </a:ext>
                </a:extLst>
              </a:tr>
              <a:tr h="564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Autonomous Vehicles &amp; Pedestrian Interaction (IEEE, 2019)</a:t>
                      </a:r>
                      <a:endParaRPr lang="fr-FR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Predicting risk in human-vehicle interactions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Survey of risk prediction models and AV behaviour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Framework for safe AV-pedestrian interaction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IEEE Xplore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9" marR="9799" marT="9799" marB="0" anchor="ctr"/>
                </a:tc>
                <a:extLst>
                  <a:ext uri="{0D108BD9-81ED-4DB2-BD59-A6C34878D82A}">
                    <a16:rowId xmlns:a16="http://schemas.microsoft.com/office/drawing/2014/main" xmlns="" val="1597492105"/>
                  </a:ext>
                </a:extLst>
              </a:tr>
              <a:tr h="564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Road Accident Risk Prediction via Deep Learning (IEEE, 2024)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Identifying key accident risk factors from traffic data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Explainable deep learning on accident records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ML-based risk scoring from speed and distance data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IEEE Xplore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9" marR="9799" marT="9799" marB="0" anchor="ctr"/>
                </a:tc>
                <a:extLst>
                  <a:ext uri="{0D108BD9-81ED-4DB2-BD59-A6C34878D82A}">
                    <a16:rowId xmlns:a16="http://schemas.microsoft.com/office/drawing/2014/main" xmlns="" val="2387219790"/>
                  </a:ext>
                </a:extLst>
              </a:tr>
              <a:tr h="564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Pedestrian Safety Manual (WHO, 2023)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Improving pedestrian safety at a policy level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Evidence-based road safety guidelines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Best practices for crosswalk design and driver compliance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87" marR="9799" marT="979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WHO Publications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99" marR="9799" marT="9799" marB="0" anchor="ctr"/>
                </a:tc>
                <a:extLst>
                  <a:ext uri="{0D108BD9-81ED-4DB2-BD59-A6C34878D82A}">
                    <a16:rowId xmlns:a16="http://schemas.microsoft.com/office/drawing/2014/main" xmlns="" val="2201099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64699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5F9C21-FA1A-416D-E71E-B11A77FE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What is New in </a:t>
            </a:r>
            <a:r>
              <a:rPr lang="en-US" dirty="0" err="1"/>
              <a:t>GuideKaro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98921ED5-E71C-4281-4568-60ECE9064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632663983"/>
              </p:ext>
            </p:extLst>
          </p:nvPr>
        </p:nvGraphicFramePr>
        <p:xfrm>
          <a:off x="1660849" y="2136707"/>
          <a:ext cx="9237305" cy="3528225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3071650">
                  <a:extLst>
                    <a:ext uri="{9D8B030D-6E8A-4147-A177-3AD203B41FA5}">
                      <a16:colId xmlns:a16="http://schemas.microsoft.com/office/drawing/2014/main" xmlns="" val="1465339196"/>
                    </a:ext>
                  </a:extLst>
                </a:gridCol>
                <a:gridCol w="3071650">
                  <a:extLst>
                    <a:ext uri="{9D8B030D-6E8A-4147-A177-3AD203B41FA5}">
                      <a16:colId xmlns:a16="http://schemas.microsoft.com/office/drawing/2014/main" xmlns="" val="1980856526"/>
                    </a:ext>
                  </a:extLst>
                </a:gridCol>
                <a:gridCol w="3094005">
                  <a:extLst>
                    <a:ext uri="{9D8B030D-6E8A-4147-A177-3AD203B41FA5}">
                      <a16:colId xmlns:a16="http://schemas.microsoft.com/office/drawing/2014/main" xmlns="" val="2685703505"/>
                    </a:ext>
                  </a:extLst>
                </a:gridCol>
              </a:tblGrid>
              <a:tr h="3850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Existing Research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GuideKaro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88550268"/>
                  </a:ext>
                </a:extLst>
              </a:tr>
              <a:tr h="3850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Alert timing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Reactive or last-second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Early warning at 100–200m ahead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11686531"/>
                  </a:ext>
                </a:extLst>
              </a:tr>
              <a:tr h="3850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Road condition awareness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Studied separately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Integrated into real-time risk scoring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52278937"/>
                  </a:ext>
                </a:extLst>
              </a:tr>
              <a:tr h="59324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Risk prediction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Outcome-based (post-accident)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Predictive — before the incident occurs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21047768"/>
                  </a:ext>
                </a:extLst>
              </a:tr>
              <a:tr h="59324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User focus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Generic drivers or AVs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Specific personas: new drivers, seniors, rideshare drivers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04900179"/>
                  </a:ext>
                </a:extLst>
              </a:tr>
              <a:tr h="59324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City-level analytics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Not addressed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Built-in dashboard for traffic authorities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09384982"/>
                  </a:ext>
                </a:extLst>
              </a:tr>
              <a:tr h="59324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Winter-specific design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Partial — studied in isolation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Core design premise — optimized for Canadian winter conditions</a:t>
                      </a:r>
                      <a:endParaRPr lang="en-US" sz="13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10215" marT="29420" marB="980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7747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1371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6A8D10-FF73-C7D2-9E70-C43521CE7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GuideKaro</a:t>
            </a:r>
            <a:r>
              <a:rPr lang="en-US" dirty="0"/>
              <a:t> Use Cases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xmlns="" id="{54099AA5-75BA-A01F-D6B7-3B240B5851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1579" y="2015732"/>
          <a:ext cx="960327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74147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32D32A60-013B-47A8-8833-D242408091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E27932B-B694-4C4C-90D7-A0333A7C5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9B31AD-53E5-02E1-F820-949A4CD6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User Personas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EBB0476-5CF0-4F44-8D68-5D42D7AEE4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A9DA474E-6B91-4200-840F-0257B2358A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DF63C9AD-AE6E-4512-8171-91612E84C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FE1A49CE-B63D-457A-A180-1C883E1A63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930CD6B5-26B6-823B-41D9-36752A5DB7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404014153"/>
              </p:ext>
            </p:extLst>
          </p:nvPr>
        </p:nvGraphicFramePr>
        <p:xfrm>
          <a:off x="5343458" y="803275"/>
          <a:ext cx="5510350" cy="4637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0003">
                  <a:extLst>
                    <a:ext uri="{9D8B030D-6E8A-4147-A177-3AD203B41FA5}">
                      <a16:colId xmlns:a16="http://schemas.microsoft.com/office/drawing/2014/main" xmlns="" val="3922101160"/>
                    </a:ext>
                  </a:extLst>
                </a:gridCol>
                <a:gridCol w="1474933">
                  <a:extLst>
                    <a:ext uri="{9D8B030D-6E8A-4147-A177-3AD203B41FA5}">
                      <a16:colId xmlns:a16="http://schemas.microsoft.com/office/drawing/2014/main" xmlns="" val="545923899"/>
                    </a:ext>
                  </a:extLst>
                </a:gridCol>
                <a:gridCol w="2135750">
                  <a:extLst>
                    <a:ext uri="{9D8B030D-6E8A-4147-A177-3AD203B41FA5}">
                      <a16:colId xmlns:a16="http://schemas.microsoft.com/office/drawing/2014/main" xmlns="" val="1772196878"/>
                    </a:ext>
                  </a:extLst>
                </a:gridCol>
                <a:gridCol w="1209664">
                  <a:extLst>
                    <a:ext uri="{9D8B030D-6E8A-4147-A177-3AD203B41FA5}">
                      <a16:colId xmlns:a16="http://schemas.microsoft.com/office/drawing/2014/main" xmlns="" val="4036154419"/>
                    </a:ext>
                  </a:extLst>
                </a:gridCol>
              </a:tblGrid>
              <a:tr h="2080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Persona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Role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Key Need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Related Use Case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3023350508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Aman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Student commuter, new driver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Early "slow down" warning with distance cue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UC-1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3476444900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Priya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Rideshare driver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Short, accurate alerts — no false alarms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UC-1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3104268077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Mark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Senior driver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Simple visual alerts, enough reaction time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UC-1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755011638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Alex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Delivery driver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Fast, accurate alerts without workflow disruption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UC-1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2710801198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Sara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Downtown winter commuter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Calm, immediate correction guidance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UC-2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4203853551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Noah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Parent in school zone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Simple, instant crosswalk clearance instructions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UC-2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2440952036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Mike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Delivery driver (frequent stops)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Quick correction alerts, minimal delay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UC-2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2566413143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Ananya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New immigrant driver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Educational, clear instructional alerts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UC-2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1746578328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Linda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Traffic operations analyst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Clear KPIs and visual heatmaps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UC-3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2634823937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Raj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Smart city program manager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Cost-impact summaries and exportable reports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UC-3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3065313417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Emma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Road safety policy advisor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Long-term trend data for policy decisions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UC-3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2264782295"/>
                  </a:ext>
                </a:extLst>
              </a:tr>
              <a:tr h="36908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Carlos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Field enforcement supervisor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Real-time hotspot alerts for officer deployment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778" marR="8419" marT="841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UC-3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" marR="8419" marT="8419" marB="0" anchor="ctr"/>
                </a:tc>
                <a:extLst>
                  <a:ext uri="{0D108BD9-81ED-4DB2-BD59-A6C34878D82A}">
                    <a16:rowId xmlns:a16="http://schemas.microsoft.com/office/drawing/2014/main" xmlns="" val="2833478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63557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2B6759-F552-27F9-C50F-33B3CEC12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 User Story Mapping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FA1E29E1-DBD4-D9AF-EE04-4C04E4F6F1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056249278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74125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94FD2A-1BE4-8646-A27D-CD5289A81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 Team Roles &amp; Contributions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C92BBCD9-439B-C291-B3C5-492D0118F2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178282464"/>
              </p:ext>
            </p:extLst>
          </p:nvPr>
        </p:nvGraphicFramePr>
        <p:xfrm>
          <a:off x="1562053" y="2340435"/>
          <a:ext cx="9382219" cy="3324497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  <a:tableStyleId>{5C22544A-7EE6-4342-B048-85BDC9FD1C3A}</a:tableStyleId>
              </a:tblPr>
              <a:tblGrid>
                <a:gridCol w="3209963">
                  <a:extLst>
                    <a:ext uri="{9D8B030D-6E8A-4147-A177-3AD203B41FA5}">
                      <a16:colId xmlns:a16="http://schemas.microsoft.com/office/drawing/2014/main" xmlns="" val="738169738"/>
                    </a:ext>
                  </a:extLst>
                </a:gridCol>
                <a:gridCol w="3119893">
                  <a:extLst>
                    <a:ext uri="{9D8B030D-6E8A-4147-A177-3AD203B41FA5}">
                      <a16:colId xmlns:a16="http://schemas.microsoft.com/office/drawing/2014/main" xmlns="" val="726199766"/>
                    </a:ext>
                  </a:extLst>
                </a:gridCol>
                <a:gridCol w="3052363">
                  <a:extLst>
                    <a:ext uri="{9D8B030D-6E8A-4147-A177-3AD203B41FA5}">
                      <a16:colId xmlns:a16="http://schemas.microsoft.com/office/drawing/2014/main" xmlns="" val="2652290790"/>
                    </a:ext>
                  </a:extLst>
                </a:gridCol>
              </a:tblGrid>
              <a:tr h="33798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Role</a:t>
                      </a:r>
                      <a:endParaRPr lang="en-US" sz="1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Responsibility</a:t>
                      </a:r>
                      <a:endParaRPr lang="en-US" sz="1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Member(s)</a:t>
                      </a:r>
                      <a:endParaRPr lang="en-US" sz="1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4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05634496"/>
                  </a:ext>
                </a:extLst>
              </a:tr>
              <a:tr h="554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Product Owner</a:t>
                      </a:r>
                      <a:endParaRPr lang="en-US" sz="1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Sprint goal definition, backlog prioritisation, academic alignment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Param Rasaniya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4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68526780"/>
                  </a:ext>
                </a:extLst>
              </a:tr>
              <a:tr h="554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Computer Vision Developer</a:t>
                      </a:r>
                      <a:endParaRPr lang="en-US" sz="1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Vehicle, pedestrian, and crosswalk detection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Kevinkumar Patel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4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12384797"/>
                  </a:ext>
                </a:extLst>
              </a:tr>
              <a:tr h="554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ML &amp; Backend Engineer</a:t>
                      </a:r>
                      <a:endParaRPr lang="en-US" sz="1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Risk logic, violation detection, data logging, system integration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Viraj Mistry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4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11153973"/>
                  </a:ext>
                </a:extLst>
              </a:tr>
              <a:tr h="554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UI / Dashboard Developer</a:t>
                      </a:r>
                      <a:endParaRPr lang="en-US" sz="1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City analytics dashboard, charts, demo visualisation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Param Rasaniya &amp; Prajesh Bhatt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4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66947041"/>
                  </a:ext>
                </a:extLst>
              </a:tr>
              <a:tr h="7701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Documentation Lead &amp; Tester</a:t>
                      </a:r>
                      <a:endParaRPr lang="en-US" sz="1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Report writing, diagrams, screenshots, testing, demo preparation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Prajesh Bhatt</a:t>
                      </a:r>
                      <a:endParaRPr lang="en-US" sz="14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41" marR="8441" marT="8441" marB="810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26118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0157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FD8272-3F93-D3B1-C963-574A4C15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Definition of Done (agreed by team)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13400EDF-5717-A58B-5952-F0B590C3D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209591241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98703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482E7304-2AC2-4A5C-924D-A6AC3FFC5E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098AB8-3DB1-702F-99D9-08E8B911A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UC-1 Deep Dive: What It Is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D259FEF2-F6A5-442F-BA10-4E39EECD0A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3C183B1-1D4B-4E3D-A02E-A426E3BFA0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CE574512-6709-4946-138B-68585BACC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149562010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6232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32D32A60-013B-47A8-8833-D242408091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E27932B-B694-4C4C-90D7-A0333A7C5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35FBFC-6E74-1CB9-8CC1-D04FE6CA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UC-1 Deep Dive: How It Works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EBB0476-5CF0-4F44-8D68-5D42D7AEE4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A9DA474E-6B91-4200-840F-0257B2358A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DF63C9AD-AE6E-4512-8171-91612E84C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FE1A49CE-B63D-457A-A180-1C883E1A63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5D691270-B650-060F-E3CF-03A599B68A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124280384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255182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F2FF81-2A65-C9C6-4CF1-47C3B8BD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UC-1 Deep Dive: Input Parameters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792401A8-0871-6050-2EBB-2B0689247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151822776"/>
              </p:ext>
            </p:extLst>
          </p:nvPr>
        </p:nvGraphicFramePr>
        <p:xfrm>
          <a:off x="1450975" y="2658229"/>
          <a:ext cx="9604376" cy="2688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6111">
                  <a:extLst>
                    <a:ext uri="{9D8B030D-6E8A-4147-A177-3AD203B41FA5}">
                      <a16:colId xmlns:a16="http://schemas.microsoft.com/office/drawing/2014/main" xmlns="" val="3995394650"/>
                    </a:ext>
                  </a:extLst>
                </a:gridCol>
                <a:gridCol w="5538265">
                  <a:extLst>
                    <a:ext uri="{9D8B030D-6E8A-4147-A177-3AD203B41FA5}">
                      <a16:colId xmlns:a16="http://schemas.microsoft.com/office/drawing/2014/main" xmlns="" val="794274757"/>
                    </a:ext>
                  </a:extLst>
                </a:gridCol>
              </a:tblGrid>
              <a:tr h="38413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Parameter</a:t>
                      </a:r>
                      <a:endParaRPr lang="en-US" sz="2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063" marR="17118" marT="1711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What It Captures</a:t>
                      </a:r>
                      <a:endParaRPr lang="en-US" sz="2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118" marR="17118" marT="17118" marB="0" anchor="ctr"/>
                </a:tc>
                <a:extLst>
                  <a:ext uri="{0D108BD9-81ED-4DB2-BD59-A6C34878D82A}">
                    <a16:rowId xmlns:a16="http://schemas.microsoft.com/office/drawing/2014/main" xmlns="" val="610123637"/>
                  </a:ext>
                </a:extLst>
              </a:tr>
              <a:tr h="38413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Vehicle speed (km/h)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063" marR="17118" marT="1711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Approach speed — primary risk driver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118" marR="17118" marT="17118" marB="0" anchor="ctr"/>
                </a:tc>
                <a:extLst>
                  <a:ext uri="{0D108BD9-81ED-4DB2-BD59-A6C34878D82A}">
                    <a16:rowId xmlns:a16="http://schemas.microsoft.com/office/drawing/2014/main" xmlns="" val="2845989979"/>
                  </a:ext>
                </a:extLst>
              </a:tr>
              <a:tr h="38413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Distance to crosswalk (m)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063" marR="17118" marT="1711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Available stopping margin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118" marR="17118" marT="17118" marB="0" anchor="ctr"/>
                </a:tc>
                <a:extLst>
                  <a:ext uri="{0D108BD9-81ED-4DB2-BD59-A6C34878D82A}">
                    <a16:rowId xmlns:a16="http://schemas.microsoft.com/office/drawing/2014/main" xmlns="" val="2236703181"/>
                  </a:ext>
                </a:extLst>
              </a:tr>
              <a:tr h="38413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Road condition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063" marR="17118" marT="1711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Braking capability modifier (DRY / SNOW / ICE)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118" marR="17118" marT="17118" marB="0" anchor="ctr"/>
                </a:tc>
                <a:extLst>
                  <a:ext uri="{0D108BD9-81ED-4DB2-BD59-A6C34878D82A}">
                    <a16:rowId xmlns:a16="http://schemas.microsoft.com/office/drawing/2014/main" xmlns="" val="1017427645"/>
                  </a:ext>
                </a:extLst>
              </a:tr>
              <a:tr h="38413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Deceleration capability ($m/s^2$)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063" marR="17118" marT="1711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Physics-based braking power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118" marR="17118" marT="17118" marB="0" anchor="ctr"/>
                </a:tc>
                <a:extLst>
                  <a:ext uri="{0D108BD9-81ED-4DB2-BD59-A6C34878D82A}">
                    <a16:rowId xmlns:a16="http://schemas.microsoft.com/office/drawing/2014/main" xmlns="" val="3907543187"/>
                  </a:ext>
                </a:extLst>
              </a:tr>
              <a:tr h="38413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Pedestrian present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063" marR="17118" marT="1711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Alert urgency modifier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118" marR="17118" marT="17118" marB="0" anchor="ctr"/>
                </a:tc>
                <a:extLst>
                  <a:ext uri="{0D108BD9-81ED-4DB2-BD59-A6C34878D82A}">
                    <a16:rowId xmlns:a16="http://schemas.microsoft.com/office/drawing/2014/main" xmlns="" val="2680572259"/>
                  </a:ext>
                </a:extLst>
              </a:tr>
              <a:tr h="38413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Visibility score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063" marR="17118" marT="1711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Driver perception level</a:t>
                      </a:r>
                      <a:endParaRPr lang="en-US" sz="2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118" marR="17118" marT="17118" marB="0" anchor="ctr"/>
                </a:tc>
                <a:extLst>
                  <a:ext uri="{0D108BD9-81ED-4DB2-BD59-A6C34878D82A}">
                    <a16:rowId xmlns:a16="http://schemas.microsoft.com/office/drawing/2014/main" xmlns="" val="2553746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61497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B30C22-149B-E5DA-AC83-54E1ABF1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UC-1 Deep Dive: Alternate Flows &amp; Alert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2F9D808-2599-A3F5-F9D7-871E66D69E94}"/>
              </a:ext>
            </a:extLst>
          </p:cNvPr>
          <p:cNvSpPr txBox="1"/>
          <p:nvPr/>
        </p:nvSpPr>
        <p:spPr>
          <a:xfrm>
            <a:off x="145157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700"/>
              <a:t>Alert Design Principles (driven by personas)</a:t>
            </a:r>
          </a:p>
          <a:p>
            <a:pPr marL="742950" lvl="1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700"/>
              <a:t>Short and actionable — no long messages while driving</a:t>
            </a:r>
          </a:p>
          <a:p>
            <a:pPr marL="742950" lvl="1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700"/>
              <a:t>Audio + small visual cue — not full-screen interruptions</a:t>
            </a:r>
          </a:p>
          <a:p>
            <a:pPr marL="742950" lvl="1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700"/>
              <a:t>Auto-dismiss once the driver slows safely — prevents alert fatigue</a:t>
            </a:r>
          </a:p>
          <a:p>
            <a:pPr marL="742950" lvl="1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700"/>
              <a:t>Calm tone — not alarming, especially near pedestrians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9A3593EA-4690-0894-564E-728001957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644612328"/>
              </p:ext>
            </p:extLst>
          </p:nvPr>
        </p:nvGraphicFramePr>
        <p:xfrm>
          <a:off x="6323786" y="2015734"/>
          <a:ext cx="4501694" cy="3450615"/>
        </p:xfrm>
        <a:graphic>
          <a:graphicData uri="http://schemas.openxmlformats.org/drawingml/2006/table">
            <a:tbl>
              <a:tblPr>
                <a:solidFill>
                  <a:srgbClr val="F7F7F7"/>
                </a:solidFill>
                <a:tableStyleId>{5C22544A-7EE6-4342-B048-85BDC9FD1C3A}</a:tableStyleId>
              </a:tblPr>
              <a:tblGrid>
                <a:gridCol w="2250847">
                  <a:extLst>
                    <a:ext uri="{9D8B030D-6E8A-4147-A177-3AD203B41FA5}">
                      <a16:colId xmlns:a16="http://schemas.microsoft.com/office/drawing/2014/main" xmlns="" val="98624684"/>
                    </a:ext>
                  </a:extLst>
                </a:gridCol>
                <a:gridCol w="2250847">
                  <a:extLst>
                    <a:ext uri="{9D8B030D-6E8A-4147-A177-3AD203B41FA5}">
                      <a16:colId xmlns:a16="http://schemas.microsoft.com/office/drawing/2014/main" xmlns="" val="410273800"/>
                    </a:ext>
                  </a:extLst>
                </a:gridCol>
              </a:tblGrid>
              <a:tr h="3641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Scenario</a:t>
                      </a:r>
                      <a:endParaRPr lang="en-US" sz="15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54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System Response</a:t>
                      </a:r>
                      <a:endParaRPr lang="en-US" sz="15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95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73038689"/>
                  </a:ext>
                </a:extLst>
              </a:tr>
              <a:tr h="82982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pedestrian detected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54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System continues monitoring at lower alert intensity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95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5726657"/>
                  </a:ext>
                </a:extLst>
              </a:tr>
              <a:tr h="82982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Low risk calculated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54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alert issued — passive monitoring continues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95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57877331"/>
                  </a:ext>
                </a:extLst>
              </a:tr>
              <a:tr h="59699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Driver does not respond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54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Alert escalates: audio - visual - haptic</a:t>
                      </a:r>
                      <a:endParaRPr lang="pt-BR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95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35196529"/>
                  </a:ext>
                </a:extLst>
              </a:tr>
              <a:tr h="82982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Snow obscures markings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854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System uses vision-based crosswalk detection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95" marR="9095" marT="9095" marB="873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76090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64026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81B316-4339-1E8B-D4DC-F67296395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 UC-1 Implementation: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71759C-0340-F840-54E3-942FA5E08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62555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Dataset: UK Road Safety Data (STATS19)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Published by the UK Department for Transport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2,047,256 real traffic accident records across 34 columns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After cleaning and filtering: 2,003,315 records used</a:t>
            </a:r>
          </a:p>
          <a:p>
            <a:pPr>
              <a:lnSpc>
                <a:spcPct val="110000"/>
              </a:lnSpc>
            </a:pPr>
            <a:r>
              <a:rPr lang="en-US" sz="1100"/>
              <a:t>Why STATS19?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Contains real-world speed limits, road surface conditions, weather, lighting, and casualty counts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These map directly to </a:t>
            </a:r>
            <a:r>
              <a:rPr lang="en-US" sz="1100" err="1"/>
              <a:t>GuideKaro's</a:t>
            </a:r>
            <a:r>
              <a:rPr lang="en-US" sz="1100"/>
              <a:t> risk factors: speed, road condition, visibility, pedestrian presence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No equivalent Canadian winter-specific dataset at this scale was publicly available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672D4C1E-F57C-7D98-EB14-CA4BCF8BA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1087068"/>
              </p:ext>
            </p:extLst>
          </p:nvPr>
        </p:nvGraphicFramePr>
        <p:xfrm>
          <a:off x="6094411" y="2662934"/>
          <a:ext cx="4960443" cy="21562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9259">
                  <a:extLst>
                    <a:ext uri="{9D8B030D-6E8A-4147-A177-3AD203B41FA5}">
                      <a16:colId xmlns:a16="http://schemas.microsoft.com/office/drawing/2014/main" xmlns="" val="2573144433"/>
                    </a:ext>
                  </a:extLst>
                </a:gridCol>
                <a:gridCol w="2231184">
                  <a:extLst>
                    <a:ext uri="{9D8B030D-6E8A-4147-A177-3AD203B41FA5}">
                      <a16:colId xmlns:a16="http://schemas.microsoft.com/office/drawing/2014/main" xmlns="" val="2029205845"/>
                    </a:ext>
                  </a:extLst>
                </a:gridCol>
              </a:tblGrid>
              <a:tr h="31782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STATS19 Column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469" marR="14163" marT="1416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GuideKaro Feature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3" marR="14163" marT="14163" marB="0" anchor="ctr"/>
                </a:tc>
                <a:extLst>
                  <a:ext uri="{0D108BD9-81ED-4DB2-BD59-A6C34878D82A}">
                    <a16:rowId xmlns:a16="http://schemas.microsoft.com/office/drawing/2014/main" xmlns="" val="2740157639"/>
                  </a:ext>
                </a:extLst>
              </a:tr>
              <a:tr h="31782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Speed_limit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469" marR="14163" marT="1416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vehicle_speed_kmh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3" marR="14163" marT="14163" marB="0" anchor="ctr"/>
                </a:tc>
                <a:extLst>
                  <a:ext uri="{0D108BD9-81ED-4DB2-BD59-A6C34878D82A}">
                    <a16:rowId xmlns:a16="http://schemas.microsoft.com/office/drawing/2014/main" xmlns="" val="1282738471"/>
                  </a:ext>
                </a:extLst>
              </a:tr>
              <a:tr h="56709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Road_Surface_Conditions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469" marR="14163" marT="1416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road_condition (DRY / SNOW / ICE)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3" marR="14163" marT="14163" marB="0" anchor="ctr"/>
                </a:tc>
                <a:extLst>
                  <a:ext uri="{0D108BD9-81ED-4DB2-BD59-A6C34878D82A}">
                    <a16:rowId xmlns:a16="http://schemas.microsoft.com/office/drawing/2014/main" xmlns="" val="2721174429"/>
                  </a:ext>
                </a:extLst>
              </a:tr>
              <a:tr h="31782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Light_Conditions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469" marR="14163" marT="1416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visibility_score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3" marR="14163" marT="14163" marB="0" anchor="ctr"/>
                </a:tc>
                <a:extLst>
                  <a:ext uri="{0D108BD9-81ED-4DB2-BD59-A6C34878D82A}">
                    <a16:rowId xmlns:a16="http://schemas.microsoft.com/office/drawing/2014/main" xmlns="" val="1862392460"/>
                  </a:ext>
                </a:extLst>
              </a:tr>
              <a:tr h="31782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Number_of_Casualties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469" marR="14163" marT="1416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pedestrian_present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3" marR="14163" marT="14163" marB="0" anchor="ctr"/>
                </a:tc>
                <a:extLst>
                  <a:ext uri="{0D108BD9-81ED-4DB2-BD59-A6C34878D82A}">
                    <a16:rowId xmlns:a16="http://schemas.microsoft.com/office/drawing/2014/main" xmlns="" val="3618846172"/>
                  </a:ext>
                </a:extLst>
              </a:tr>
              <a:tr h="31782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Weather_Conditions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469" marR="14163" marT="1416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weather context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3" marR="14163" marT="14163" marB="0" anchor="ctr"/>
                </a:tc>
                <a:extLst>
                  <a:ext uri="{0D108BD9-81ED-4DB2-BD59-A6C34878D82A}">
                    <a16:rowId xmlns:a16="http://schemas.microsoft.com/office/drawing/2014/main" xmlns="" val="3108966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02999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A5239E-3B97-0EDD-F0F3-3D38B19F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UC-1 Implementation: Feature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7B7C4FC-FBDB-C75B-3BB8-9693E58EF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030710108"/>
              </p:ext>
            </p:extLst>
          </p:nvPr>
        </p:nvGraphicFramePr>
        <p:xfrm>
          <a:off x="2041577" y="2340435"/>
          <a:ext cx="8423172" cy="33244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9645">
                  <a:extLst>
                    <a:ext uri="{9D8B030D-6E8A-4147-A177-3AD203B41FA5}">
                      <a16:colId xmlns:a16="http://schemas.microsoft.com/office/drawing/2014/main" xmlns="" val="4110805499"/>
                    </a:ext>
                  </a:extLst>
                </a:gridCol>
                <a:gridCol w="3699162">
                  <a:extLst>
                    <a:ext uri="{9D8B030D-6E8A-4147-A177-3AD203B41FA5}">
                      <a16:colId xmlns:a16="http://schemas.microsoft.com/office/drawing/2014/main" xmlns="" val="1503503375"/>
                    </a:ext>
                  </a:extLst>
                </a:gridCol>
                <a:gridCol w="2194365">
                  <a:extLst>
                    <a:ext uri="{9D8B030D-6E8A-4147-A177-3AD203B41FA5}">
                      <a16:colId xmlns:a16="http://schemas.microsoft.com/office/drawing/2014/main" xmlns="" val="263846432"/>
                    </a:ext>
                  </a:extLst>
                </a:gridCol>
              </a:tblGrid>
              <a:tr h="3554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Feature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How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Values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40" marR="15840" marT="15840" marB="0" anchor="ctr"/>
                </a:tc>
                <a:extLst>
                  <a:ext uri="{0D108BD9-81ED-4DB2-BD59-A6C34878D82A}">
                    <a16:rowId xmlns:a16="http://schemas.microsoft.com/office/drawing/2014/main" xmlns="" val="359193234"/>
                  </a:ext>
                </a:extLst>
              </a:tr>
              <a:tr h="6342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vehicle_speed_kmh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Sampled at 110–160% of speed limit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16.6 – 112 km/h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40" marR="15840" marT="15840" marB="0" anchor="ctr"/>
                </a:tc>
                <a:extLst>
                  <a:ext uri="{0D108BD9-81ED-4DB2-BD59-A6C34878D82A}">
                    <a16:rowId xmlns:a16="http://schemas.microsoft.com/office/drawing/2014/main" xmlns="" val="407765476"/>
                  </a:ext>
                </a:extLst>
              </a:tr>
              <a:tr h="6342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distance_to_cross_m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Simulated within active alert window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20 – 110m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40" marR="15840" marT="15840" marB="0" anchor="ctr"/>
                </a:tc>
                <a:extLst>
                  <a:ext uri="{0D108BD9-81ED-4DB2-BD59-A6C34878D82A}">
                    <a16:rowId xmlns:a16="http://schemas.microsoft.com/office/drawing/2014/main" xmlns="" val="3093593582"/>
                  </a:ext>
                </a:extLst>
              </a:tr>
              <a:tr h="3554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road_condition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Mapped from raw surface data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DRY / SNOW / ICE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40" marR="15840" marT="15840" marB="0" anchor="ctr"/>
                </a:tc>
                <a:extLst>
                  <a:ext uri="{0D108BD9-81ED-4DB2-BD59-A6C34878D82A}">
                    <a16:rowId xmlns:a16="http://schemas.microsoft.com/office/drawing/2014/main" xmlns="" val="1012734084"/>
                  </a:ext>
                </a:extLst>
              </a:tr>
              <a:tr h="6342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deceleration_mps2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Condition-dependent: DRY ~7.5, SNOW ~4.5, ICE ~2.5 $m/s^2$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1.0 – 10.0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40" marR="15840" marT="15840" marB="0" anchor="ctr"/>
                </a:tc>
                <a:extLst>
                  <a:ext uri="{0D108BD9-81ED-4DB2-BD59-A6C34878D82A}">
                    <a16:rowId xmlns:a16="http://schemas.microsoft.com/office/drawing/2014/main" xmlns="" val="3252083928"/>
                  </a:ext>
                </a:extLst>
              </a:tr>
              <a:tr h="3554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pedestrian_present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Derived from casualty count &gt; 1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 or 1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40" marR="15840" marT="15840" marB="0" anchor="ctr"/>
                </a:tc>
                <a:extLst>
                  <a:ext uri="{0D108BD9-81ED-4DB2-BD59-A6C34878D82A}">
                    <a16:rowId xmlns:a16="http://schemas.microsoft.com/office/drawing/2014/main" xmlns="" val="1005378380"/>
                  </a:ext>
                </a:extLst>
              </a:tr>
              <a:tr h="3554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visibility_score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Mapped from lighting conditions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60" marR="15840" marT="158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0.2 – 1.0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40" marR="15840" marT="15840" marB="0" anchor="ctr"/>
                </a:tc>
                <a:extLst>
                  <a:ext uri="{0D108BD9-81ED-4DB2-BD59-A6C34878D82A}">
                    <a16:rowId xmlns:a16="http://schemas.microsoft.com/office/drawing/2014/main" xmlns="" val="25956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19904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32D32A60-013B-47A8-8833-D242408091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E27932B-B694-4C4C-90D7-A0333A7C5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00FFE6-24CB-8FE7-3967-16F5196B5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2700"/>
              <a:t>UC-1 Implementation: Risk Label — Physics-Based Formula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EBB0476-5CF0-4F44-8D68-5D42D7AEE4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A9DA474E-6B91-4200-840F-0257B2358A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DF63C9AD-AE6E-4512-8171-91612E84C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FE1A49CE-B63D-457A-A180-1C883E1A63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409DCC4D-A54B-7B7B-A349-9A03CA5A83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979131564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4257817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32D32A60-013B-47A8-8833-D242408091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E27932B-B694-4C4C-90D7-A0333A7C5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109352-A03E-B728-4F20-32625046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2700"/>
              <a:t>UC-1 Implementation: Model Comparison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EBB0476-5CF0-4F44-8D68-5D42D7AEE4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A9DA474E-6B91-4200-840F-0257B2358A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DF63C9AD-AE6E-4512-8171-91612E84C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FE1A49CE-B63D-457A-A180-1C883E1A63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E4874975-963D-5369-4CBD-659323B372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112531754"/>
              </p:ext>
            </p:extLst>
          </p:nvPr>
        </p:nvGraphicFramePr>
        <p:xfrm>
          <a:off x="5141913" y="1296206"/>
          <a:ext cx="5913438" cy="3651227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2564805">
                  <a:extLst>
                    <a:ext uri="{9D8B030D-6E8A-4147-A177-3AD203B41FA5}">
                      <a16:colId xmlns:a16="http://schemas.microsoft.com/office/drawing/2014/main" xmlns="" val="4230788894"/>
                    </a:ext>
                  </a:extLst>
                </a:gridCol>
                <a:gridCol w="1934196">
                  <a:extLst>
                    <a:ext uri="{9D8B030D-6E8A-4147-A177-3AD203B41FA5}">
                      <a16:colId xmlns:a16="http://schemas.microsoft.com/office/drawing/2014/main" xmlns="" val="2581406592"/>
                    </a:ext>
                  </a:extLst>
                </a:gridCol>
                <a:gridCol w="1414437">
                  <a:extLst>
                    <a:ext uri="{9D8B030D-6E8A-4147-A177-3AD203B41FA5}">
                      <a16:colId xmlns:a16="http://schemas.microsoft.com/office/drawing/2014/main" xmlns="" val="3470879566"/>
                    </a:ext>
                  </a:extLst>
                </a:gridCol>
              </a:tblGrid>
              <a:tr h="9553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5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Metric</a:t>
                      </a:r>
                      <a:endParaRPr lang="en-US" sz="25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5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Logistic Regression</a:t>
                      </a:r>
                      <a:endParaRPr lang="en-US" sz="25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25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Random Forest</a:t>
                      </a:r>
                      <a:endParaRPr lang="en-US" sz="25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80" marR="14780" marT="14188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0600712"/>
                  </a:ext>
                </a:extLst>
              </a:tr>
              <a:tr h="48241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HIGH RISK Recall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92%</a:t>
                      </a:r>
                      <a:endParaRPr lang="en-US" sz="19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98%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80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05855295"/>
                  </a:ext>
                </a:extLst>
              </a:tr>
              <a:tr h="48241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HIGH RISK Precision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93%</a:t>
                      </a:r>
                      <a:endParaRPr lang="en-US" sz="19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99%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80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83777806"/>
                  </a:ext>
                </a:extLst>
              </a:tr>
              <a:tr h="48241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Overall Accuracy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97%</a:t>
                      </a:r>
                      <a:endParaRPr lang="en-US" sz="19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99%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80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01537985"/>
                  </a:ext>
                </a:extLst>
              </a:tr>
              <a:tr h="48241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0.9942</a:t>
                      </a:r>
                      <a:endParaRPr lang="en-US" sz="19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0.9998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80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7311430"/>
                  </a:ext>
                </a:extLst>
              </a:tr>
              <a:tr h="76619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False Negatives (per 40,000)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683</a:t>
                      </a:r>
                      <a:endParaRPr lang="en-US" sz="19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019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9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152</a:t>
                      </a:r>
                      <a:endParaRPr lang="en-US" sz="19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80" marR="14780" marT="14188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13982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01563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32D32A60-013B-47A8-8833-D242408091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E27932B-B694-4C4C-90D7-A0333A7C5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A33FA6-FE52-7E3C-56FE-28F57FF3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2700"/>
              <a:t>UC-1 Implementation: Why Random Forest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EBB0476-5CF0-4F44-8D68-5D42D7AEE4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A9DA474E-6B91-4200-840F-0257B2358A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DF63C9AD-AE6E-4512-8171-91612E84C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FE1A49CE-B63D-457A-A180-1C883E1A63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124F51FA-1B8D-B16C-A816-5FF30C2DB4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644103245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2809895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482E7304-2AC2-4A5C-924D-A6AC3FFC5E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768105-938C-19F0-F7FF-D9110F1B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 UC-1 Implementation Results: Feature Importance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D259FEF2-F6A5-442F-BA10-4E39EECD0A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3C183B1-1D4B-4E3D-A02E-A426E3BFA0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AF555055-4ED8-B75B-CE69-358673D39A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765985199"/>
              </p:ext>
            </p:extLst>
          </p:nvPr>
        </p:nvGraphicFramePr>
        <p:xfrm>
          <a:off x="2602411" y="2331497"/>
          <a:ext cx="7301504" cy="3723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130">
                  <a:extLst>
                    <a:ext uri="{9D8B030D-6E8A-4147-A177-3AD203B41FA5}">
                      <a16:colId xmlns:a16="http://schemas.microsoft.com/office/drawing/2014/main" xmlns="" val="3715371629"/>
                    </a:ext>
                  </a:extLst>
                </a:gridCol>
                <a:gridCol w="2263589">
                  <a:extLst>
                    <a:ext uri="{9D8B030D-6E8A-4147-A177-3AD203B41FA5}">
                      <a16:colId xmlns:a16="http://schemas.microsoft.com/office/drawing/2014/main" xmlns="" val="3648935737"/>
                    </a:ext>
                  </a:extLst>
                </a:gridCol>
                <a:gridCol w="1337555">
                  <a:extLst>
                    <a:ext uri="{9D8B030D-6E8A-4147-A177-3AD203B41FA5}">
                      <a16:colId xmlns:a16="http://schemas.microsoft.com/office/drawing/2014/main" xmlns="" val="1306443582"/>
                    </a:ext>
                  </a:extLst>
                </a:gridCol>
                <a:gridCol w="2913230">
                  <a:extLst>
                    <a:ext uri="{9D8B030D-6E8A-4147-A177-3AD203B41FA5}">
                      <a16:colId xmlns:a16="http://schemas.microsoft.com/office/drawing/2014/main" xmlns="" val="956730241"/>
                    </a:ext>
                  </a:extLst>
                </a:gridCol>
              </a:tblGrid>
              <a:tr h="31806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Rank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Feature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Importance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Meaning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74" marR="14174" marT="14174" marB="0" anchor="ctr"/>
                </a:tc>
                <a:extLst>
                  <a:ext uri="{0D108BD9-81ED-4DB2-BD59-A6C34878D82A}">
                    <a16:rowId xmlns:a16="http://schemas.microsoft.com/office/drawing/2014/main" xmlns="" val="1764780071"/>
                  </a:ext>
                </a:extLst>
              </a:tr>
              <a:tr h="56752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vehicle_speed_kmh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&gt; 0.50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Speed alone explains most of the risk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74" marR="14174" marT="14174" marB="0" anchor="ctr"/>
                </a:tc>
                <a:extLst>
                  <a:ext uri="{0D108BD9-81ED-4DB2-BD59-A6C34878D82A}">
                    <a16:rowId xmlns:a16="http://schemas.microsoft.com/office/drawing/2014/main" xmlns="" val="4010739606"/>
                  </a:ext>
                </a:extLst>
              </a:tr>
              <a:tr h="56752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distance_to_cross_m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~0.25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Closer = less margin to respond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74" marR="14174" marT="14174" marB="0" anchor="ctr"/>
                </a:tc>
                <a:extLst>
                  <a:ext uri="{0D108BD9-81ED-4DB2-BD59-A6C34878D82A}">
                    <a16:rowId xmlns:a16="http://schemas.microsoft.com/office/drawing/2014/main" xmlns="" val="4098081916"/>
                  </a:ext>
                </a:extLst>
              </a:tr>
              <a:tr h="56752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deceleration_mps2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~0.10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Poor braking compounds speed risk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74" marR="14174" marT="14174" marB="0" anchor="ctr"/>
                </a:tc>
                <a:extLst>
                  <a:ext uri="{0D108BD9-81ED-4DB2-BD59-A6C34878D82A}">
                    <a16:rowId xmlns:a16="http://schemas.microsoft.com/office/drawing/2014/main" xmlns="" val="1098416058"/>
                  </a:ext>
                </a:extLst>
              </a:tr>
              <a:tr h="56752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road_condition_enc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~0.10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ICE and SNOW amplify all other risks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74" marR="14174" marT="14174" marB="0" anchor="ctr"/>
                </a:tc>
                <a:extLst>
                  <a:ext uri="{0D108BD9-81ED-4DB2-BD59-A6C34878D82A}">
                    <a16:rowId xmlns:a16="http://schemas.microsoft.com/office/drawing/2014/main" xmlns="" val="2306722935"/>
                  </a:ext>
                </a:extLst>
              </a:tr>
              <a:tr h="56752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visibility_score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&lt; 0.05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Affects perception, not stopping physics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74" marR="14174" marT="14174" marB="0" anchor="ctr"/>
                </a:tc>
                <a:extLst>
                  <a:ext uri="{0D108BD9-81ED-4DB2-BD59-A6C34878D82A}">
                    <a16:rowId xmlns:a16="http://schemas.microsoft.com/office/drawing/2014/main" xmlns="" val="2260453512"/>
                  </a:ext>
                </a:extLst>
              </a:tr>
              <a:tr h="56752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pedestrian_present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&lt; 0.05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7566" marR="14174" marT="14174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Affects alert urgency, not stopping risk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74" marR="14174" marT="14174" marB="0" anchor="ctr"/>
                </a:tc>
                <a:extLst>
                  <a:ext uri="{0D108BD9-81ED-4DB2-BD59-A6C34878D82A}">
                    <a16:rowId xmlns:a16="http://schemas.microsoft.com/office/drawing/2014/main" xmlns="" val="31845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50959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32D32A60-013B-47A8-8833-D242408091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E27932B-B694-4C4C-90D7-A0333A7C5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6E7B54-4AB8-A09B-ECDF-FFBAFD77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2700"/>
              <a:t>UC-1 Implementation Results: Risk rate by road condition (validation)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EBB0476-5CF0-4F44-8D68-5D42D7AEE4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A9DA474E-6B91-4200-840F-0257B2358A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DF63C9AD-AE6E-4512-8171-91612E84C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FE1A49CE-B63D-457A-A180-1C883E1A63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B33E32F4-55E7-1114-98AD-91BF128074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796407989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3002638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32FD2B-F171-BB3B-0353-9CA07109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UC-1 Implementation: Live Prediction Scenarios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0B0D1449-FCB1-D017-5C49-F88B44F296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343216544"/>
              </p:ext>
            </p:extLst>
          </p:nvPr>
        </p:nvGraphicFramePr>
        <p:xfrm>
          <a:off x="1450975" y="2642439"/>
          <a:ext cx="9604380" cy="2720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693">
                  <a:extLst>
                    <a:ext uri="{9D8B030D-6E8A-4147-A177-3AD203B41FA5}">
                      <a16:colId xmlns:a16="http://schemas.microsoft.com/office/drawing/2014/main" xmlns="" val="2584927637"/>
                    </a:ext>
                  </a:extLst>
                </a:gridCol>
                <a:gridCol w="1329199">
                  <a:extLst>
                    <a:ext uri="{9D8B030D-6E8A-4147-A177-3AD203B41FA5}">
                      <a16:colId xmlns:a16="http://schemas.microsoft.com/office/drawing/2014/main" xmlns="" val="3252310386"/>
                    </a:ext>
                  </a:extLst>
                </a:gridCol>
                <a:gridCol w="966732">
                  <a:extLst>
                    <a:ext uri="{9D8B030D-6E8A-4147-A177-3AD203B41FA5}">
                      <a16:colId xmlns:a16="http://schemas.microsoft.com/office/drawing/2014/main" xmlns="" val="107220891"/>
                    </a:ext>
                  </a:extLst>
                </a:gridCol>
                <a:gridCol w="1033762">
                  <a:extLst>
                    <a:ext uri="{9D8B030D-6E8A-4147-A177-3AD203B41FA5}">
                      <a16:colId xmlns:a16="http://schemas.microsoft.com/office/drawing/2014/main" xmlns="" val="2262110319"/>
                    </a:ext>
                  </a:extLst>
                </a:gridCol>
                <a:gridCol w="882321">
                  <a:extLst>
                    <a:ext uri="{9D8B030D-6E8A-4147-A177-3AD203B41FA5}">
                      <a16:colId xmlns:a16="http://schemas.microsoft.com/office/drawing/2014/main" xmlns="" val="1375741604"/>
                    </a:ext>
                  </a:extLst>
                </a:gridCol>
                <a:gridCol w="1066038">
                  <a:extLst>
                    <a:ext uri="{9D8B030D-6E8A-4147-A177-3AD203B41FA5}">
                      <a16:colId xmlns:a16="http://schemas.microsoft.com/office/drawing/2014/main" xmlns="" val="964087376"/>
                    </a:ext>
                  </a:extLst>
                </a:gridCol>
                <a:gridCol w="1195136">
                  <a:extLst>
                    <a:ext uri="{9D8B030D-6E8A-4147-A177-3AD203B41FA5}">
                      <a16:colId xmlns:a16="http://schemas.microsoft.com/office/drawing/2014/main" xmlns="" val="1556643405"/>
                    </a:ext>
                  </a:extLst>
                </a:gridCol>
                <a:gridCol w="802877">
                  <a:extLst>
                    <a:ext uri="{9D8B030D-6E8A-4147-A177-3AD203B41FA5}">
                      <a16:colId xmlns:a16="http://schemas.microsoft.com/office/drawing/2014/main" xmlns="" val="1199221688"/>
                    </a:ext>
                  </a:extLst>
                </a:gridCol>
                <a:gridCol w="1284622">
                  <a:extLst>
                    <a:ext uri="{9D8B030D-6E8A-4147-A177-3AD203B41FA5}">
                      <a16:colId xmlns:a16="http://schemas.microsoft.com/office/drawing/2014/main" xmlns="" val="625665283"/>
                    </a:ext>
                  </a:extLst>
                </a:gridCol>
              </a:tblGrid>
              <a:tr h="54409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Scenario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Persona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Speed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Distance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Road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Required Stop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Can Stop?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Model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Alert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28" marR="10228" marT="10228" marB="0" anchor="ctr"/>
                </a:tc>
                <a:extLst>
                  <a:ext uri="{0D108BD9-81ED-4DB2-BD59-A6C34878D82A}">
                    <a16:rowId xmlns:a16="http://schemas.microsoft.com/office/drawing/2014/main" xmlns="" val="2659628870"/>
                  </a:ext>
                </a:extLst>
              </a:tr>
              <a:tr h="54409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Aman — clear day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45 km/h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95m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DRY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20.4m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YES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LOW RISK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None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28" marR="10228" marT="10228" marB="0" anchor="ctr"/>
                </a:tc>
                <a:extLst>
                  <a:ext uri="{0D108BD9-81ED-4DB2-BD59-A6C34878D82A}">
                    <a16:rowId xmlns:a16="http://schemas.microsoft.com/office/drawing/2014/main" xmlns="" val="118963146"/>
                  </a:ext>
                </a:extLst>
              </a:tr>
              <a:tr h="54409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Aman — winter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58 km/h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65m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SNOW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62.3m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YES (barely)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LOW RISK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None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28" marR="10228" marT="10228" marB="0" anchor="ctr"/>
                </a:tc>
                <a:extLst>
                  <a:ext uri="{0D108BD9-81ED-4DB2-BD59-A6C34878D82A}">
                    <a16:rowId xmlns:a16="http://schemas.microsoft.com/office/drawing/2014/main" xmlns="" val="666798938"/>
                  </a:ext>
                </a:extLst>
              </a:tr>
              <a:tr h="54409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Mark — icy road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40 km/h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55m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ICE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70.6m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NO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HIGH RISK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IMMEDIATE ALERT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28" marR="10228" marT="10228" marB="0" anchor="ctr"/>
                </a:tc>
                <a:extLst>
                  <a:ext uri="{0D108BD9-81ED-4DB2-BD59-A6C34878D82A}">
                    <a16:rowId xmlns:a16="http://schemas.microsoft.com/office/drawing/2014/main" xmlns="" val="2195751290"/>
                  </a:ext>
                </a:extLst>
              </a:tr>
              <a:tr h="54409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Priya — snowy route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38 km/h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100m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SNOW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28.3m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YES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LOW RISK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043" marR="10228" marT="10228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None</a:t>
                      </a:r>
                      <a:endParaRPr lang="en-US" sz="16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28" marR="10228" marT="10228" marB="0" anchor="ctr"/>
                </a:tc>
                <a:extLst>
                  <a:ext uri="{0D108BD9-81ED-4DB2-BD59-A6C34878D82A}">
                    <a16:rowId xmlns:a16="http://schemas.microsoft.com/office/drawing/2014/main" xmlns="" val="2453251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564764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E78321-0E56-CD1C-6559-6B8CB8BD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UC-1 Implementation: 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C5A31F7B-9B7C-6D77-0743-7E1C8D6A5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391211971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10707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35C3D674-3D59-4E93-80CA-0C0A9095E8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C884B8F8-FDC9-498B-9960-5D7260AFCB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010CF8-0928-9BEF-7AA8-CADE33AD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Sprint Goals &amp; Planning: Core AI Detection &amp; Risk Simulation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F2A81E1-BCBE-426B-8C09-33274E6940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B61F85A-B68B-2D5C-35E4-B982CB6352EB}"/>
              </a:ext>
            </a:extLst>
          </p:cNvPr>
          <p:cNvSpPr txBox="1"/>
          <p:nvPr/>
        </p:nvSpPr>
        <p:spPr>
          <a:xfrm>
            <a:off x="1451581" y="2015732"/>
            <a:ext cx="4172212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Sprint 1 Communication</a:t>
            </a:r>
          </a:p>
          <a:p>
            <a:pPr marL="742950" lvl="1"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Daily progress: WhatsApp / MS Teams</a:t>
            </a:r>
          </a:p>
          <a:p>
            <a:pPr marL="742950" lvl="1"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Code versioning: GitHub (continuous)</a:t>
            </a:r>
          </a:p>
          <a:p>
            <a:pPr marL="742950" lvl="1"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Sprint review: Recorded demo at sprint end</a:t>
            </a:r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9D1DDD4-5BB3-45BA-B9B3-06B62299AD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A24DAE64-2302-42EA-8239-F2F0775CA5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CD5C570A-68BB-1323-6587-E00D6C64A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355477538"/>
              </p:ext>
            </p:extLst>
          </p:nvPr>
        </p:nvGraphicFramePr>
        <p:xfrm>
          <a:off x="6241629" y="805583"/>
          <a:ext cx="4666006" cy="4660766"/>
        </p:xfrm>
        <a:graphic>
          <a:graphicData uri="http://schemas.openxmlformats.org/drawingml/2006/table">
            <a:tbl>
              <a:tblPr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2554231">
                  <a:extLst>
                    <a:ext uri="{9D8B030D-6E8A-4147-A177-3AD203B41FA5}">
                      <a16:colId xmlns:a16="http://schemas.microsoft.com/office/drawing/2014/main" xmlns="" val="1605517951"/>
                    </a:ext>
                  </a:extLst>
                </a:gridCol>
                <a:gridCol w="2111775">
                  <a:extLst>
                    <a:ext uri="{9D8B030D-6E8A-4147-A177-3AD203B41FA5}">
                      <a16:colId xmlns:a16="http://schemas.microsoft.com/office/drawing/2014/main" xmlns="" val="3081328035"/>
                    </a:ext>
                  </a:extLst>
                </a:gridCol>
              </a:tblGrid>
              <a:tr h="31589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Task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05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Assigned To</a:t>
                      </a:r>
                      <a:endParaRPr lang="en-US" sz="13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9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11697823"/>
                  </a:ext>
                </a:extLst>
              </a:tr>
              <a:tr h="5178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Collect and prepare winter dashcam videos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05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Kevinkumar Patel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9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1199176"/>
                  </a:ext>
                </a:extLst>
              </a:tr>
              <a:tr h="71983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Implement vehicle and pedestrian detection (YOLO/OpenCV)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05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Kevinkumar Patel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9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09762503"/>
                  </a:ext>
                </a:extLst>
              </a:tr>
              <a:tr h="5178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Simulate crosswalk detection using CV rules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05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Kevinkumar Patel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9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69044966"/>
                  </a:ext>
                </a:extLst>
              </a:tr>
              <a:tr h="5178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Implement speed and distance-to-crosswalk estimation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05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Param Rasaniya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9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83512030"/>
                  </a:ext>
                </a:extLst>
              </a:tr>
              <a:tr h="5178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Simulate road condition classification (DRY/SNOW/ICE)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05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Param Rasaniya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9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55121688"/>
                  </a:ext>
                </a:extLst>
              </a:tr>
              <a:tr h="5178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Design and implement early warning logic (100–200m)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05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Param Rasaniya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9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72112355"/>
                  </a:ext>
                </a:extLst>
              </a:tr>
              <a:tr h="5178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Overlay alerts and bounding boxes on video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05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Prajesh Bhatt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9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11651257"/>
                  </a:ext>
                </a:extLst>
              </a:tr>
              <a:tr h="5178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Sprint 1 documentation, screenshots, and explanation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05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Prajesh Bhatt</a:t>
                      </a:r>
                      <a:endParaRPr lang="en-US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89" marR="7889" marT="7889" marB="75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39438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214181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482E7304-2AC2-4A5C-924D-A6AC3FFC5E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9824AE-9E41-A7C9-DC45-5364217F2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Future Goals &amp; Business Value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D259FEF2-F6A5-442F-BA10-4E39EECD0A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3C183B1-1D4B-4E3D-A02E-A426E3BFA0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3CCC8996-9480-B0C3-E588-28DCDE6AB8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317166128"/>
              </p:ext>
            </p:extLst>
          </p:nvPr>
        </p:nvGraphicFramePr>
        <p:xfrm>
          <a:off x="1450975" y="2760885"/>
          <a:ext cx="9604376" cy="3579018"/>
        </p:xfrm>
        <a:graphic>
          <a:graphicData uri="http://schemas.openxmlformats.org/drawingml/2006/table">
            <a:tbl>
              <a:tblPr/>
              <a:tblGrid>
                <a:gridCol w="5011498">
                  <a:extLst>
                    <a:ext uri="{9D8B030D-6E8A-4147-A177-3AD203B41FA5}">
                      <a16:colId xmlns:a16="http://schemas.microsoft.com/office/drawing/2014/main" xmlns="" val="1094393155"/>
                    </a:ext>
                  </a:extLst>
                </a:gridCol>
                <a:gridCol w="4592878">
                  <a:extLst>
                    <a:ext uri="{9D8B030D-6E8A-4147-A177-3AD203B41FA5}">
                      <a16:colId xmlns:a16="http://schemas.microsoft.com/office/drawing/2014/main" xmlns="" val="999250795"/>
                    </a:ext>
                  </a:extLst>
                </a:gridCol>
              </a:tblGrid>
              <a:tr h="4774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Goal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799" marR="85998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Impact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799" marR="68799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75980583"/>
                  </a:ext>
                </a:extLst>
              </a:tr>
              <a:tr h="4774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Reduce pedestrian accidents at crosswalks</a:t>
                      </a:r>
                    </a:p>
                  </a:txBody>
                  <a:tcPr marL="68799" marR="85998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Directly saves lives and reduces injury costs for municipalities</a:t>
                      </a:r>
                    </a:p>
                  </a:txBody>
                  <a:tcPr marL="68799" marR="68799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22969736"/>
                  </a:ext>
                </a:extLst>
              </a:tr>
              <a:tr h="4774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Improve driver compliance with stop lines</a:t>
                      </a:r>
                    </a:p>
                  </a:txBody>
                  <a:tcPr marL="68799" marR="85998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Reduces liability for cities and insurance costs for drivers</a:t>
                      </a:r>
                    </a:p>
                  </a:txBody>
                  <a:tcPr marL="68799" marR="68799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29952925"/>
                  </a:ext>
                </a:extLst>
              </a:tr>
              <a:tr h="4774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Support smart city safety initiatives</a:t>
                      </a:r>
                    </a:p>
                  </a:txBody>
                  <a:tcPr marL="68799" marR="85998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Positions KWC region as a leader in AI-driven urban safety</a:t>
                      </a:r>
                    </a:p>
                  </a:txBody>
                  <a:tcPr marL="68799" marR="68799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76654782"/>
                  </a:ext>
                </a:extLst>
              </a:tr>
              <a:tr h="4774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Provide evidence-based data for policy</a:t>
                      </a:r>
                    </a:p>
                  </a:txBody>
                  <a:tcPr marL="68799" marR="85998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Enables data-driven road safety regulations and enforcement</a:t>
                      </a:r>
                    </a:p>
                  </a:txBody>
                  <a:tcPr marL="68799" marR="68799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34337628"/>
                  </a:ext>
                </a:extLst>
              </a:tr>
              <a:tr h="4774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Enable scalable municipal deployment</a:t>
                      </a:r>
                    </a:p>
                  </a:txBody>
                  <a:tcPr marL="68799" marR="85998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One system deployable across multiple intersections city-wide</a:t>
                      </a:r>
                    </a:p>
                  </a:txBody>
                  <a:tcPr marL="68799" marR="68799" marT="114665" marB="11466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87693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60741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32D32A60-013B-47A8-8833-D242408091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E27932B-B694-4C4C-90D7-A0333A7C58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F9AFDE-9429-7AE4-F780-3D35FF5D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Future Goals &amp; Business Value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9EBB0476-5CF0-4F44-8D68-5D42D7AEE4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A9DA474E-6B91-4200-840F-0257B2358A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DF63C9AD-AE6E-4512-8171-91612E84C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FE1A49CE-B63D-457A-A180-1C883E1A63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814F0DDD-66AA-E99C-FF45-D6B12E50E2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057894289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3624510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B30123-51FC-086C-26D1-A402F41E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Summary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xmlns="" id="{B5BC6B3A-1A14-3B1B-4B82-5A666579FC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1579" y="2015732"/>
          <a:ext cx="960327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9466101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594</TotalTime>
  <Words>2317</Words>
  <Application>Microsoft Office PowerPoint</Application>
  <PresentationFormat>Custom</PresentationFormat>
  <Paragraphs>453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Gallery</vt:lpstr>
      <vt:lpstr>GuideKaroIntelligent Crosswalk Monitoring and Driver Alert System</vt:lpstr>
      <vt:lpstr> Problem Statement</vt:lpstr>
      <vt:lpstr> Research Foundation</vt:lpstr>
      <vt:lpstr>What is New in GuideKaro</vt:lpstr>
      <vt:lpstr>GuideKaro Use Cases Overview</vt:lpstr>
      <vt:lpstr>User Personas</vt:lpstr>
      <vt:lpstr> User Story Mapping</vt:lpstr>
      <vt:lpstr> Team Roles &amp; Contributions</vt:lpstr>
      <vt:lpstr>Definition of Done (agreed by team)</vt:lpstr>
      <vt:lpstr>UC-1 Deep Dive: What It Is</vt:lpstr>
      <vt:lpstr>UC-1 Deep Dive: How It Works</vt:lpstr>
      <vt:lpstr>UC-1 Deep Dive: Input Parameters</vt:lpstr>
      <vt:lpstr>UC-1 Deep Dive: Alternate Flows &amp; Alert Design</vt:lpstr>
      <vt:lpstr> UC-1 Implementation: Dataset</vt:lpstr>
      <vt:lpstr>UC-1 Implementation: Feature Engineering</vt:lpstr>
      <vt:lpstr>UC-1 Implementation: Risk Label — Physics-Based Formula</vt:lpstr>
      <vt:lpstr>UC-1 Implementation: Model Comparison</vt:lpstr>
      <vt:lpstr>UC-1 Implementation: Why Random Forest</vt:lpstr>
      <vt:lpstr> UC-1 Implementation Results: Feature Importance </vt:lpstr>
      <vt:lpstr>UC-1 Implementation Results: Risk rate by road condition (validation)</vt:lpstr>
      <vt:lpstr>UC-1 Implementation: Live Prediction Scenarios</vt:lpstr>
      <vt:lpstr>UC-1 Implementation: Key Takeaways</vt:lpstr>
      <vt:lpstr>Sprint Goals &amp; Planning: Core AI Detection &amp; Risk Simulation</vt:lpstr>
      <vt:lpstr>Future Goals &amp; Business Value</vt:lpstr>
      <vt:lpstr>Future Goals &amp; Business Value</vt:lpstr>
      <vt:lpstr>Conclusion &amp; Summary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GuideKaroIntelligent Crosswalk Monitoring and Driver Alert System</dc:title>
  <dc:creator>Dickson Mirikwa</dc:creator>
  <cp:lastModifiedBy>Viraj Mistry</cp:lastModifiedBy>
  <cp:revision>61</cp:revision>
  <dcterms:created xsi:type="dcterms:W3CDTF">2026-04-09T15:54:17Z</dcterms:created>
  <dcterms:modified xsi:type="dcterms:W3CDTF">2026-04-14T02:22:40Z</dcterms:modified>
</cp:coreProperties>
</file>